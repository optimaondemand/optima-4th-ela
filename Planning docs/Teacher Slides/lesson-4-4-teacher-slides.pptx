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4, Day 4.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Justify how a short, plain line of dialogue can reveal trust or relationship — then revise a line of your own dialogue to do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Justify how a short, plain line of dialogue can reveal trust or relationship — then revise a line of your own dialogue to do the same.. Level-up: ⭐ Keep your dialogue under 8 words  ⭐⭐ Use a nickname or first name to show closeness  ⭐⭐⭐ Explain what the short line reveals about trust  ⭐⭐⭐⭐ Revise your own dialogue to be shorter and reveal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long line of your own dialogue. Try cutting it down — does it still reveal the same relationship?.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revised, shorter line of dialogue and what it reveals."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felt how hard it was for Mrs. Frisby to face the cage. Today: See what happens when Brutus calls up for help. Big Q: Lear's owl is silly and tender. Mrs. Frisby's owl is wise and a little frightening. How does each writer make us feel about their owl?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""It’s me, Brutus. Can you come up?""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"its martin can you hear me" Corrected: "“It’s Martin. Can you hear me?”"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"its martin can you hear me" Corrected: "“It’s Martin. Can you hear me?”"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Review-only vocab: permanently, electrocuted, assorted, indignantly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No extra syllable: watched, opened, walked | Adds an extra syllable: waited, hunted, ended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No extra syllable: watched, opened, walked | Adds an extra syllable: waited, hunted, ended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Narrative Writing — Publish Focus: Publish your finished narrative — read it once more and fix anything that still feels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 Calls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4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me, Brutus. Can you come up?”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"“It’s me, Brutus. Can you come up?”"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short, simple line of dialogue reveal about the trust between these two characters?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this brief line of dialogue reveals about the relationship between Brutus and the other rats.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how a short, plain line of dialogue can reveal trust or relationship — then revise a line of your own dialogue to do the same.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Keep your dialogue under 8 words  ⭐⭐ Use a nickname or first name to show closeness  ⭐⭐⭐ Explain what the short line reveals about trust  ⭐⭐⭐⭐ Revise your own dialogue to be shorter and reveal MORE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long line of your own dialogue. Try cutting it down — does it still reveal the same relationship?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revised, shorter line of dialogue and what it reveals.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felt how hard it was for Mrs. Frisby to face the cage.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happens when Brutus calls up for help.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Lear's owl is silly and tender. Mrs. Frisby's owl is wise and a little frightening. How does each writer make us feel about their owl?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back at the end of the week. They notice how the story has changed since the first chapter — what new character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"It’s me, Brutus. Can you come up?"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martin can you hear 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martin can you hear 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Martin. Can you hear me?”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QUICK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  -   electrocuted   -   assorted   -   indignantly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a sentence about the novel?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  -   opened   -   walked   -   waited   -   hunted   -   ended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syllable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extra syllable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syllable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extra syllable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 Calls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rats already have everything they need by taking it from humans. But they choose to leave Boniface Estate and move to Thorn Valley — to grow their own food and live on their own work. Harder. Better. Mrs. Frisby volunteers for the Dragon mission knowing how dangerous it 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Before you answer today's questions, think back: Where was Mrs. Frisby on the first page of Chapter 1? Where is she now? What has changed?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Brutus comes for Mrs. Frisby with serious news. What does the colony need to decide, and how fast?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Writing — Publish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finished narrative — read it once more and fix anything that still feels weak.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