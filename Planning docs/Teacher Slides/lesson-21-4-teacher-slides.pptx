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21, Day 4.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a specific, concrete detail (silver dollars, not just "money") to make a big moment feel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Use a specific, concrete detail (silver dollars, not just "money") to make a big moment feel real..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Look for any vague word (like "thing" or "stuff") and replace it with something specific..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specific, concrete detail."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Harriet followed the North Star north toward freedom. Today: Arrive with Harriet in Philadelphia — free for the first time. Big Q: As you read today, watch for the central idea of the chapter. What is Sterling trying to show us about 8-year-old Harriet’s daily life? Notice the work, the food, the window, and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"In Philadelphia, Harriet earned her first silver dollars."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city was bigger than her plantation but it was lonelier too" Corrected: "The city was bigger than her plantation, but it was lonelier too."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city was bigger than her plantation but it was lonelier too" Corrected: "The city was bigger than her plantation, but it was lonelier too."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ex — it — to go out | ex — tend — to stretch out | post — pone — to put off until later | post — script — words written AFTER a letter (P.S.)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chronology: The order in which events happened, from first to last. | testimony: A personal account of what someone has seen or done. | autograph: A person’s own signature; literally, ‘self-writing.’ | emancipation: The act of being set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"Philadelphia was bigger than any place she knew." -&gt; bigger | "Her wages were smaller than she hoped." -&gt; smaller | "She missed her family more than ever." -&gt;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"Philadelphia was bigger than any place she knew." -&gt; bigger | "Her wages were smaller than she hoped." -&gt; smaller | "She missed her family more than ever." -&gt;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Names (places, people): invention, vacation, attention | Historical terms: emancipation, liberation, abolition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Names (places, people): invention, vacation, attention | Historical terms: emancipation, liberation, abolition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Gathering Facts
Focus: Record how Harriet’s life changed once she reached freedom. What facts show this change?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21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 Philadelphia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21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earning her OWN money be such a powerful detail to include here?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the first time you earned, made, or achieved something entirely on your own.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specific, concrete detail (silver dollars, not just "money") to make a big moment feel real.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any vague word (like "thing" or "stuff") and replace it with something specific.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specific, concrete detail.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Harriet followed the North Star north toward freedom.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with Harriet in Philadelphia — free for the first time.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central idea of the chapter. What is Sterling trying to show us about 8-year-old Harriet’s daily life? Notice the work, the food, the window, and the North.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Philadelphia, Harriet earned her first silver dollars.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was bigger than her plantation but it was lonelier too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was bigger than her plantation but it was lonelier too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was bigger than her plantation, but it was lonelier too.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Prefixes: tele-, auto-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tele- means far or far away. auto- means self. Both prefixes show up in lots of modern words — AND in some that relate to biography and history.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telegraph = tele- + graph (write from far)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 = tele- + scope (see from far)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autograph = auto- + graph (self-write)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autobiography = auto- + bio + graphy (self-life-writing)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— it — to go out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— tend — to stretch out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pone — to put off until later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script — words written AFTER a letter (P.S.)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can list the chronology of Harriet’s escape: first the decision, then the walk, then arrival.”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chronology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in which events happened, from first to last.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“Harriet’s testimony about her escape later became part of the public record.”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testimony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account of what someone has seen or done.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536954"/>
          </a:xfrm>
          <a:prstGeom prst="roundRect">
            <a:avLst>
              <a:gd name="adj" fmla="val 59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could not write her own autograph as a child — slaves were forbidden to learn to read or write.”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05943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autograph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37032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person’s own signature; literally, ‘self-writing.’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85060"/>
            <a:ext cx="4069080" cy="1536954"/>
          </a:xfrm>
          <a:prstGeom prst="roundRect">
            <a:avLst>
              <a:gd name="adj" fmla="val 59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“Harriet’s escape was her own emancipation, years before the war ended slavery for everyone.”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🕊️  emancipation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194304"/>
            <a:ext cx="3794760" cy="67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being set free.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 was bigger than any place she knew.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wages were smaller than she hoped.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missed her family more than ever.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 was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any place she knew.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wages were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she hoped.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missed her family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ever.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 -ion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   -   vacation   -   attention   -   emancipation   -   liberation   -   abolition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(places, people)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terms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 -ion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(places, people)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terms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emancipation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abolition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8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 Philadelphia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Say Maryland slowly. How many beats? Where do you naturally split it?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Say plantation. Three beats: plan-ta-tion. Listen for the stressed syllable.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does it help to break a long word into syllables? (Hint: you can spell pieces you can’t spell whole.)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Gathering Facts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how Harriet’s life changed once she reached freedom. What facts show this change?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