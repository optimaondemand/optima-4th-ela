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15, Day 4. Novel emoji: 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Explain and justify an opinion using a real example, then revise for a stronger, more precise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15-minute timer. Craft move: Explain and justify an opinion using a real example, then revise for a stronger, more precise sentence.. Level-up: ⭐ State your opinion about ordinary heroes  ⭐⭐ Use the fishermen as your example  ⭐⭐⭐ Explain why their actions counted as heroic  ⭐⭐⭐⭐ Revise your strongest sentence from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Reread your opinion writing from this week. Circle your strongest sentence and make it even stronger..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opinion about ordinary heroes and your example."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learned about the yellow star Jewish people were forced to wear. Today: Learn about the real rescue of the Danish Jews. Big Q: As you read today, watch for the setting, the characters, and the first surprise. What kind of place is Avonlea? Who is Mrs. Rachel Lynde? What does she notice?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"Danish fishermen smuggled Jewish families to Sweden."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danes saved over seven thousand people they sent them to sweden" Corrected: "The Danes saved over seven thousand people. They sent them to Sweden."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danes saved over seven thousand people they sent them to sweden" Corrected: "The Danes saved over seven thousand people. They sent them to Sweden."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children ran down the hill." -&gt; children | "Two mice watched from the hedge." -&gt; mice | "Anne had tiny feet and freckled hands." -&gt; feet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children ran down the hill." -&gt; children | "Two mice watched from the hedge." -&gt; mice | "Anne had tiny feet and freckled hands." -&gt; feet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ea: retreat | ai: explain, waited | ei: ceiling, seize | oa: approach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ea: retreat | ai: explain, waited | ei: ceiling, seize | oa: approach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Bridge Week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Opinion Writing — Building Background (wrap up)
Focus: Practice using a real example as evidence for an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6E9BD9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Week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Rescue of the Danish Jews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Week 15  ·  Virtue: Courage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Danish fishermen smuggled Jewish families to Sweden.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"Danish fishermen smuggled Jewish families to Sweden."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ordinary people, like fishermen, capable of extraordinary bravery?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 opinion: can ordinary people be heroes, or does heroism require special training or power? Use the Danish fishermen as your example, and revise your strongest sentence from this week.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31136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and justify an opinion using a real example, then revise for a stronger, more precise sentence.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23032"/>
            <a:ext cx="804672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State your opinion about ordinary heroes  ⭐⭐ Use the fishermen as your example  ⭐⭐⭐ Explain why their actions counted as heroic  ⭐⭐⭐⭐ Revise your strongest sentence from this week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20262"/>
            <a:ext cx="8046720" cy="140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your opinion writing from this week. Circle your strongest sentence and make it even stronger.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opinion about ordinary heroes and your example.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learned about the yellow star Jewish people were forced to wear.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about the real rescue of the Danish Jews.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setting, the characters, and the first surprise. What kind of place is Avonlea? Who is Mrs. Rachel Lynde? What does she notice?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Danish fishermen smuggled Jewish families to Sweden.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danes saved over seven thousand people they sent them to sweden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danes saved over seven thousand people they sent them to sweden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Danes saved over seven thousand people. They sent them to Sweden.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Subject &amp; Object Pronouns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ran down the hill.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mice watched from the hedge.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had tiny feet and freckled hands.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Subject &amp; Object Pronouns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 down the hill.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watched from the hedge.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had tiny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feet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freckled hands.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Vowel Teams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retreat   -   explain   -   waited   -   ceiling   -   seize   -   approach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Vowel Teams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retreat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87168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24328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5768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15768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08576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45736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37176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37176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29984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67144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58584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Bridge Week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Rescue of the Danish Jews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Group A words: how do you make them plural? What changes?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Group B: box and brush get -es. Why not just -s? (Try saying "boxs" — it doesn't work.)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Group B: puppy becomes puppies. What changes about the ending? Look at the last letter of the singular.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Writing — Building Background (wrap up)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using a real example as evidence for an opinion.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2026-07-11T22:13:23Z</dcterms:created>
  <dcterms:modified xsi:type="dcterms:W3CDTF">2026-07-11T22:13:23Z</dcterms:modified>
</cp:coreProperties>
</file>