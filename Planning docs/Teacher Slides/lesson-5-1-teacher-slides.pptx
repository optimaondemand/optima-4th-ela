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5, Day 1. Novel emoji: 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State a clear claim — one sentence that says what you believe the book is really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10-minute timer. Craft move: State a clear claim — one sentence that says what you believe the book is really about.. Level-up: ⭐ State your claim in one sentence  ⭐⭐ Use the word "because"  ⭐⭐⭐ Name Mrs. Frisby specifically  ⭐⭐⭐⭐ Preview two reasons you’ll use to support your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Read your claim sentence aloud. Does it clearly state an idea, or is it still just a summary? Revise if needed..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"Read your claim sentence — the one that states what you think this book is really about."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Last week, Brutus called up to the rats, showing how much trust had grown between them. Today: Find out what everyone is waiting for. Big Q: As you read today, watch for the setting, the main character, and the first problem. Where does the family live? Who is Mrs. Frisby? What is the trouble?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""We’ll wait until they come," he said, turning off the engine."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"well stop here for now he called shutting the gate" Corrected: "“We’ll stop here for now,” he called, shutting the gate."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"well stop here for now he called shutting the gate" Corrected: "“We’ll stop here for now,” he called, shutting the gate."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jumped — jumped yesterday | running — running right now | taller — more tall than | tallest — the most tall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Modeled word walkthrough for "conference". Definition: Conference means a meeting where people talk about an important topic. Our context and word parts got us there!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vantage: A place from which you can see well — a good view. | thoughtfully: In a careful, considerate way — thinking about others. | patchwork: Something made of many small pieces put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"The mouse lived on Fitzgibbon's farm." -&gt; Fitzgibbon's | "Nicodemus told a long story." -&gt; Nicodemus | "The rats moved to Thorn Valley." -&gt; Thorn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"The mouse lived on Fitzgibbon's farm." -&gt; Fitzgibbon's | "Nicodemus told a long story." -&gt; Nicodemus | "The rats moved to Thorn Valley." -&gt; Thorn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Doubled final consonant: hopping, running, sitting | Did NOT double: jumping, walking, helping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Doubled final consonant: hopping, running, sitting | Did NOT double: jumping, walking, helping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Theme Essay — Claim Focus: Write your claim sentence: what is the story’s central problem, and how did Mrs. Frisby change because of it?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8FBF7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25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Them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🐭  Week 5  ·  Virtue: Ingenuity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“We’ll wait until they come,” he said, turning off the engine.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0467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novel: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"“We’ll wait until they come,” he said, turning off the engine."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"turning off the engine" — an action right after dialogue — show about this character’s state of mind?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the biggest problem Mrs. Frisby has faced across the whole book. Write your claim: what is the story’s central problem, and how has Mrs. Frisby changed because of it? This is the start of your theme essay.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76272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231136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 clear claim — one sentence that says what you believe the book is really about.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923032"/>
            <a:ext cx="804672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State your claim in one sentence  ⭐⭐ Use the word "because"  ⭐⭐⭐ Name Mrs. Frisby specifically  ⭐⭐⭐⭐ Preview two reasons you’ll use to support your claim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427476"/>
            <a:ext cx="8046720" cy="1601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claim sentence aloud. Does it clearly state an idea, or is it still just a summary? Revise if needed.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claim sentence — the one that states what you think this book is really about.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week, Brutus called up to the rats, showing how much trust had grown between them.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what everyone is waiting for.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setting, the main character, and the first problem. Where does the family live? Who is Mrs. Frisby? What is the trouble?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"We’ll wait until they come," he said, turning off the engine.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stop here for now he called shutting the gate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stop here for now he called shutting the gate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“We’ll stop here for now,” he called, shutting the gate.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Suffixes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suffixes change a word's tense or degree. -ed (past tense), -ing (happening now), -er (more, or one who does), -est (most).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jumped = jump + -ed (past)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= run + -ing (now)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= tall + -er (more tall)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tallest = tall + -est (most tall)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7706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jumped — jumped yesterday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1821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2278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— running right now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6850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— more tall than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142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tallest — the most tall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Detective: "conference"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E5F7FC"/>
          </a:solidFill>
          <a:ln w="1270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the Sentence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1704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was a conference, accompanied by gestures towards the rosebush.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word in the book. What clues does the sentence give you? The men have arrived and are talking — they point at the rosebush, they discuss what to do. So conference must mean a kind of meeting or important talk.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92808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47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Look at the Word Parts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21992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see a root, prefix, or suffix you recognize?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51176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606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880360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we close?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09544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264408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means a meeting where people talk about an important topic. Our context and word parts got us there!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536954"/>
          </a:xfrm>
          <a:prstGeom prst="roundRect">
            <a:avLst>
              <a:gd name="adj" fmla="val 594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 this branch she had a vantage point from which, herself unseen, she could look down on the rosebush.”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58877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 vantage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9966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from which you can see well — a good view.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536954"/>
          </a:xfrm>
          <a:prstGeom prst="roundRect">
            <a:avLst>
              <a:gd name="adj" fmla="val 594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“Thoughtfully, Brutus and Arthur had dug their doorway behind a tuft of grass.”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thoughtfully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67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careful, considerate way — thinking about others.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561082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652522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“Mrs Frisby and her children laid a patchwork of sticks, grass and leaves over the entrance.”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05943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patchwork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37032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made of many small pieces put together.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Proper 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mouse lived on Fitzgibbon's farm.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Nicodemus told a long story.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rats moved to Thorn Valley.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Proper 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mouse lived on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Fitzgibbon's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farm.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Nicodemus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told a long story.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rats moved to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Thorn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Valley.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Doubling Final Consonant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hopping   -   running   -   sitting   -   jumping   -   walking   -   helping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 final consonant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double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Doubling Final Consonant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 final consonant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hopping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double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25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Them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Group A words: count the letters in the base word (hop, stop, run, sit). How many letters? What's the pattern of vowels and consonants?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Group B words: count the letters too (jump, walk, clean, help). How are they different from Group A?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4728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538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Try to say the rule in your own words: when do we double the consonant?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Essay — Claim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claim sentence: what is the story’s central problem, and how did Mrs. Frisby change because of it?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2026-07-11T21:52:57Z</dcterms:created>
  <dcterms:modified xsi:type="dcterms:W3CDTF">2026-07-11T21:52:57Z</dcterms:modified>
</cp:coreProperties>
</file>