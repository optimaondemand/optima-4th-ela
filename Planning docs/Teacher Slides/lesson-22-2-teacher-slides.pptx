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22, Day 2.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Pair two adverbs to show HOW an action was done, adding tension or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Pair two adverbs to show HOW an action was done, adding tension or meaning..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 that both adverbs add real meaning — cut one if it’s just repeating the other..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two adverbs and what they add."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asked herself a hard question: "Why not every man?" Today: See how Harriet built a network to rescue others.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built a cart quickly and quietly."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"she moved swiftly through the night her parents traveled slowly behind her" Corrected: "She moved swiftly through the night. Her parents traveled slowly behind 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"she moved swiftly through the night her parents traveled slowly behind her" Corrected: "She moved swiftly through the night. Her parents traveled slowly behind 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tele — graph — to write/send a message from far away | tele — phone — sound carried from far | auto — graph — a person’s self-signed name | auto — mobile — a self-moving vehicle (a car)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abolition: The act of ending something, especially slavery. | conductor: A guide on the Underground Railroad; or, the person who runs a train. | obtain: To get or acquire something. | express: To make a thought, feeling, or idea known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"Her parents traveled slowly behind her." -&gt; slowly | "Harriet planned the trip carefully." -&gt; carefully. | "The cart moved steadily north." -&gt; steadily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"Her parents traveled slowly behind her." -&gt; slowly | "Harriet planned the trip carefully." -&gt; carefully. | "The cart moved steadily north." -&gt; steadily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Everyday -ion words: protective, expensive, attentive | Historical -ion words: national, tragic, magical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Everyday -ion words: protective, expensive, attentive | Historical -ion words: national, tragic, magical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Organizing Notes
Focus: Take notes on HOW Harriet built her network — the specific steps and choices she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22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Network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22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"quickly" and "quietly" matter so much in this sentence, given what Harriet was risking?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someone doing something carefully and secretly, using two adverbs the way Sterling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two adverbs to show HOW an action was done, adding tension or meaning.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both adverbs add real meaning — cut one if it’s just repeating the other.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two adverbs and what they add.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asked herself a hard question: "Why not every man?"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Harriet built a network to rescue others.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built a cart quickly and quietly.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moved swiftly through the night her parents traveled slowly behind 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moved swiftly through the night her parents traveled slowly behind 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moved swiftly through the night. Her parents traveled slowly behind her.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press + tain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means to push. tain means to hold. Both roots build a lot of words you’ll meet in history reading.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= ex- + press (push 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 = im- + press (push 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= con- + tain (hold together)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= ob- + tain (take hold of)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— graph — to write/send a message from far away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— phone — sound carried from far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graph — a person’s self-signed name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mobile — a self-moving vehicle (a car)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abolition movement worked to end slavery in the United States.”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abolition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ending something, especially slavery.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became the most famous conductor of the Underground Railroad.”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conductor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on the Underground Railroad; or, the person who runs a train.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“Slave catchers tried to obtain a reward by capturing Harriet.”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obtain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or acquire something.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would express her plans to her family in songs, not in words slave catchers could read.”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express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thought, feeling, or idea known to others.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parents traveled slowly behind her.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planned the trip carefully.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 moved steadily north.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parents traveled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behind her.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planned the trip carefully.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 moved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steadily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north.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Suffixes -ive, -al, -ic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  -   expensive   -   attentive   -   national   -   tragic   -   magical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-ion words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-ion words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Suffixes -ive, -al, -ic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-ion 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-ion words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magical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Network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act. Now say action. What did the -ion suffix do to the verb?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decide. Now decision. The verb ends in -ide; what happens when -ion is added?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is -ion useful? (Hint: most -ion words name THINGS — they turn actions into things you can talk about.)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Organizing Notes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notes on HOW Harriet built her network — the specific steps and choices she made.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