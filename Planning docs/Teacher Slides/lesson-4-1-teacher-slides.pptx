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4, Day 1.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Define how a specific, concrete detail (a date, a place name) makes writing feel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Define how a specific, concrete detail (a date, a place name) makes writing feel true.. Level-up: ⭐ Name a specific date  ⭐⭐ Name a specific place  ⭐⭐⭐ Combine a date AND a place in one sentence  ⭐⭐⭐⭐ Use the exact "We left ___ on ___"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a vague detail in your writing ("one day," "a place"). Replace it with something specific..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the specific detail you added and tell us how it changes the feeling of the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Last week, Nicodemus warned everyone to brace for a big surprise. Today: Hear Nicodemus begin the story of leaving the Boniface Estate. Big Q: As you read today, watch for the setting, the main character, and the first problem. Where does the family live? Who is Mrs. Frisby? What is the trouble?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""We left the Boniface Estate on the first of May," said Nicodemus."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"we found the toy tinker last summer said justin" Corrected: "“We found the Toy Tinker last summer,” said Justin."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"we found the toy tinker last summer said justin" Corrected: "“We found the Toy Tinker last summer,” said Justin."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helpful — full of help | fearless — without fear | kindness — the state of being kind | quietly — in a quiet 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Modeled word walkthrough for "indignantly". Definition: Indignantly means in an angry, offended way — feeling something is unfair. Our context and word parts got us there!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permanently: In a way that lasts a long time or forever. | electrocuted: Killed or badly hurt by an electric shock. | assorted: Of many different kinds mixed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"Mrs. Frisby found a key." -&gt; key. | "After the long night." -&gt;  | "Justin climbed the tunnel." -&gt; tunnel.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"Mrs. Frisby found a key." -&gt; key. | "After the long night." -&gt;  | "Justin climbed the tunnel." -&gt; tunnel.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/t/ sound (walked, jumped): walked, jumped | /d/ or /id/ sound (played, needed): needed, started, played, climbed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/t/ sound (walked, jumped): walked, jumped | /d/ or /id/ sound (played, needed): needed, started, played, climbed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Chapters 19–20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Narrative Writing — Revise for Strong Verbs Focus: Circle every "was," "went," and "said" in your draft. Choose one to replace with a stronger verb.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19–20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Boniface Estate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4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left the Boniface Estate on the first of May,” said Nicodemus.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"“We left the Boniface Estate on the first of May,” said Nicodemus."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naming a specific date make this sentence feel more real?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opening of your own narrative using a specific date or detail (like "the first of May") to make it feel real and grounded.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how a specific, concrete detail (a date, a place name) makes writing feel true.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Name a specific date  ⭐⭐ Name a specific place  ⭐⭐⭐ Combine a date AND a place in one sentence  ⭐⭐⭐⭐ Use the exact "We left ___ on ___" structure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vague detail in your writing ("one day," "a place"). Replace it with something specific.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specific detail you added and tell us how it changes the feeling of the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Nicodemus warned everyone to brace for a big surprise.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Nicodemus begin the story of leaving the Boniface Estate.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main character, and the first problem. Where does the family live? Who is Mrs. Frisby? What is the trouble?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left the Boniface Estate on the first of May," said Nicodemus.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the toy tinker last summer said justin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the toy tinker last summer said justin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found the Toy Tinker last summer,” said Justin.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Suffixes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suffixes go at the end of words and change the meaning. -ful (full of), -less (without), -ness (the state of being), -ly (in this way).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hopeful = hope + -ful (full of hope)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hopeless = hope + -less (without hope)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 = kind + -ness (state of being kind)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= quiet + -ly (in a quiet way)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— full of help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fearless — without fear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 — the state of being kind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— in a quiet way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Detective: "indignantly"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E5F7FC"/>
          </a:solidFill>
          <a:ln w="1270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the Sentence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“Bulldoze my rosebush?” said Mrs Fitzgibbon indignantly.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word in the book. What clues does the sentence give you? Mrs Fitzgibbon is furious that the men want to dig out her favourite rosebush. She's offended — she thinks it's unfair. So indignantly must describe speaking in an angry, offended way.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Look at the Word Parts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see a root, prefix, or suffix you recognize?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606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we close?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9544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64408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Indignantly means in an angry, offended way — feeling something is unfair. Our context and word parts got us there!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we first got out, we began searching for a place to live permanently.”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permanently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lasts a long time or forever.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seems that six or seven rats got themselves electrocuted there a few days ago.”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electrocuted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or badly hurt by an electric shock.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were full of electric motors of assorted sizes — replacement engines for broken toys.”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 assorted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many different kinds mixed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Complete Sentences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found a key.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long night.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climbed the tunnel.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Complete Sentences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found a key.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long night.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climbed the tunnel.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Three Sounds of -ed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   -   jumped   -   needed   -   started   -   played   -   climbed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 sound (walked, jumped)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/d/ or /id/ sound (played, needed)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Three Sounds of -ed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106424"/>
          </a:xfrm>
          <a:prstGeom prst="roundRect">
            <a:avLst>
              <a:gd name="adj" fmla="val 8264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 sound (walked, jumped)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024128"/>
            <a:ext cx="4114800" cy="1801368"/>
          </a:xfrm>
          <a:prstGeom prst="roundRect">
            <a:avLst>
              <a:gd name="adj" fmla="val 507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/d/ or /id/ sound (played, needed)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505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climbed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Chapters 19–20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Boniface Estate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the Group A words OUT LOUD. Does the -ed sound like a /t/, a /d/, or an extra syllable like /id/?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the Group B words. Listen to the -ed. Are they all the same sound, or different?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Group B word has -ed that sounds like a WHOLE extra syllable? (Hint: the -ed becomes /id/.)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Writing — Revise for Strong Verbs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every "was," "went," and "said" in your draft. Choose one to replace with a stronger verb.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