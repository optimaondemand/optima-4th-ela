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15, Day 1. Novel emoji: 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Define an opinion statement: a clear claim followed by one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15-minute timer. Craft move: Define an opinion statement: a clear claim followed by one reason.. Level-up: ⭐ State a clear opinion  ⭐⭐ Give one reason  ⭐⭐⭐ Give a specific example  ⭐⭐⭐⭐ Address what someone who disagrees might say.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Read your opinion sentence. Is it a clear claim, not just a fact?.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"Read your opinion sentence and your reason."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 Today: Learn about the real history of World War II and Denmark before we start the novel. Big Q: As you read today, watch for the setting, the characters, and the first surprise. What kind of place is Avonlea? Who is Mrs. Rachel Lynde? What does she notice?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"Germany invaded Denmark in April 1940."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war began in europe in 1939 hitler led the german army" Corrected: "The war began in Europe in 1939. Hitler led the German army."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war began in europe in 1939 hitler led the german army" Corrected: "The war began in Europe in 1939. Hitler led the German army."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trans — port — to carry across | trans — late — to carry meaning across languages | pro — gress — to step forward | pro — tect — to cover forward; to shield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occupation: When one country takes over and controls another. | deport: To force someone to leave a country, usually against their will. | rescue: To save someone from danger.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hid the family in the basement." -&gt; She | "They sailed to Sweden in a fishing boat." -&gt; They | "He warned the Danes about the plan." -&gt; 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"She hid the family in the basement." -&gt; She | "They sailed to Sweden in a fishing boat." -&gt; They | "He warned the Danes about the plan." -&gt; He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ea / ee (long e): read, reason | ai / ay / oa (long a or o): rain, waited | ai-other: Denmark | oa: coast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ea / ee (long e): read, reason | ai / ay / oa (long a or o): rain, waited | ai-other: Denmark | oa: coast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Bridge Week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Opinion Writing — Building Background
Focus: Practice writing a one-sentence opinion with a reason, using today's history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6E9BD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Week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War II Begins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Week 15  ·  Virtue: Courage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invaded Denmark in April 1940.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"Germany invaded Denmark in April 1940."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it matter to know real history before starting a novel based on true events?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opinion: do you think it is important for a story to be based on true events, or is a made-up story just as powerful? State your opinion and one reason.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opinion statement: a clear claim followed by one reason.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State a clear opinion  ⭐⭐ Give one reason  ⭐⭐⭐ Give a specific example  ⭐⭐⭐⭐ Address what someone who disagrees might say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opinion sentence. Is it a clear claim, not just a fact?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opinion sentence and your reason.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recap - first day of unit)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about the real history of World War II and Denmark before we start the novel.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characters, and the first surprise. What kind of place is Avonlea? Who is Mrs. Rachel Lynde? What does she notice?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invaded Denmark in April 1940.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 began in europe in 1939 hitler led the german army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 began in europe in 1939 hitler led the german army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 began in Europe in 1939. Hitler led the German army.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trans-, pro-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 means across, beyond, or through. pro- means forward or in favor of. Both prefixes show movement or position.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= trans- + port (carry across)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= trans- + late (carry meaning across languages)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= pro- + gress (step forward)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662940"/>
          </a:xfrm>
          <a:prstGeom prst="roundRect">
            <a:avLst>
              <a:gd name="adj" fmla="val 11034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= pro- + tect (cover forward; shield)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289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49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306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— port — to carry across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421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3878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— late — to carry meaning across languages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7993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8450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— gress — to step forward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25653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30225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— tect — to cover forward; to shield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“Denmark was under German occupation from 1940 to 1945.”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🪖  occupation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country takes over and controls another.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Nazis planned to deport Denmark’s Jewish people.”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deport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force someone to leave a country, usually against their will.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“Danish fishermen carried out the rescue across the cold sea to Sweden.”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rescue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save someone from danger.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Subject &amp; Object Pronouns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hid the family in the basement.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sailed to Sweden in a fishing boat.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warned the Danes about the plan.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Subject &amp; Object Pronouns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hid the family in the basement.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sailed to Sweden in a fishing boat.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warned the Danes about the plan.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Vowel Teams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-   reason   -   rain   -   waited   -   Denmark   -   coast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/ ee (long 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ay / oa (long a or 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ai-other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Vowel Teams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/ ee (long 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87168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24328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ay / oa (long a or o)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15768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15768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08576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45736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ai-other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37176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9984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67144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58584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Bridge Week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War II Begins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A: say each word and listen. Which two letters make ONE vowel sound?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B: longer academic words use the SAME vowel-team patterns. Reason has the same ea as read. Say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44728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53872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is knowing vowel teams useful for reading big new words? (Hint: if you know ea = /ee/, you can sound out new words like treaty, reason, defeat.)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Writing — Building Background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writing a one-sentence opinion with a reason, using today's history topic.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2026-07-11T22:13:23Z</dcterms:created>
  <dcterms:modified xsi:type="dcterms:W3CDTF">2026-07-11T22:13:23Z</dcterms:modified>
</cp:coreProperties>
</file>