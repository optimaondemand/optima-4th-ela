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 Day 4.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Revise a line of dialogue by adding one precise adverb that reveals tone (like "quietly").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10-minute timer. Craft move: Revise a line of dialogue by adding one precise adverb that reveals tone (like "quietly").. Level-up: ⭐ Try three different adverbs before choosing one  ⭐⭐ Explain why your adverb fits the moment  ⭐⭐⭐ Use the adverb in a NEW sentence of your own  ⭐⭐⭐⭐ Replace a "said" + adverb with one stronger verb instead (e.g., "whispered").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Find a line of your own dialogue. Add one adverb — or one stronger verb — that reveals 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the adverb (or stronger verb) you added and explain what tone it reveals."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Mrs. Frisby hesitated in the hallway, unsure whether to keep exploring. Today: Learn a surprising truth Mrs. Frisby never knew. Big Q: Lear's owl is silly and tender. Mrs. Frisby's owl is wise and a little frightening. How does each writer make us feel about their owl?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""I never knew," she said quietly."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 didnt know she whispered softly" Corrected: "“I didn’t know,” she whispered softly."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 didnt know she whispered softly" Corrected: "“I didn’t know,” she whispered softly."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Review-only vocab: eavesdrop, muscular, recessed, deserted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Double consonants (b-b, t-t): rabbit, kitten, pepper | Different consonants (r-d, s-k): garden, basket, hamper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Double consonants (b-b, t-t): rabbit, kitten, pepper | Different consonants (r-d, s-k): garden, basket, hamper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Narrative Writing — Sensory Draft (wrap up) Focus: Finish your full sensory draft this week — every moment from your map should now be a few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FBF7A">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FBF7A"/>
                </a:solidFill>
                <a:latin typeface="Calibri" pitchFamily="34" charset="0"/>
                <a:ea typeface="Calibri" pitchFamily="34" charset="-122"/>
                <a:cs typeface="Calibri" pitchFamily="34" charset="-120"/>
              </a:rPr>
              <a:t>WEEK 2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12</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Learning the Truth</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  ·  Virtue: Ingenuity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 never knew,” she said quietly.</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"“I never knew,” she said quietly."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does the word "quietly" add here that "she said" alone wouldn’t?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10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Explain what Mrs. Frisby might be feeling as she learns more secrets about the rats this week.</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Revise a line of dialogue by adding one precise adverb that reveals tone (like "quietly").</a:t>
            </a:r>
            <a:endParaRPr lang="en-US" sz="1300" dirty="0"/>
          </a:p>
        </p:txBody>
      </p:sp>
      <p:sp>
        <p:nvSpPr>
          <p:cNvPr id="8" name="Text 6"/>
          <p:cNvSpPr/>
          <p:nvPr/>
        </p:nvSpPr>
        <p:spPr>
          <a:xfrm>
            <a:off x="548640" y="2868168"/>
            <a:ext cx="8046720" cy="624078"/>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Try three different adverbs before choosing one  ⭐⭐ Explain why your adverb fits the moment  ⭐⭐⭐ Use the adverb in a NEW sentence of your own  ⭐⭐⭐⭐ Replace a "said" + adverb with one stronger verb instead (e.g., "whispered")</a:t>
            </a:r>
            <a:endParaRPr lang="en-US" sz="1150" dirty="0"/>
          </a:p>
        </p:txBody>
      </p:sp>
      <p:sp>
        <p:nvSpPr>
          <p:cNvPr id="9" name="Text 7"/>
          <p:cNvSpPr/>
          <p:nvPr/>
        </p:nvSpPr>
        <p:spPr>
          <a:xfrm>
            <a:off x="548640" y="3565398"/>
            <a:ext cx="8046720" cy="146380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Find a line of your own dialogue. Add one adverb — or one stronger verb — that reveals tone.</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the adverb (or stronger verb) you added and explain what tone it reveals.</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Mrs. Frisby hesitated in the hallway, unsure whether to keep exploring.</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Learn a surprising truth Mrs. Frisby never knew.</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Lear's owl is silly and tender. Mrs. Frisby's owl is wise and a little frightening. How does each writer make us feel about their owl?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back at the end of the week. They notice how the story has changed since the first chapter — what new character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 never knew," she said quietly.</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 didnt know she whispered softly</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 didnt know she whispered softly</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“I didn’t know,” she whispered softly.</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QUICK REVIEW</a:t>
            </a:r>
            <a:endParaRPr lang="en-US" sz="1100" dirty="0"/>
          </a:p>
        </p:txBody>
      </p:sp>
      <p:sp>
        <p:nvSpPr>
          <p:cNvPr id="5" name="Shape 3"/>
          <p:cNvSpPr/>
          <p:nvPr/>
        </p:nvSpPr>
        <p:spPr>
          <a:xfrm>
            <a:off x="365760" y="1097280"/>
            <a:ext cx="8412480" cy="1005840"/>
          </a:xfrm>
          <a:prstGeom prst="roundRect">
            <a:avLst>
              <a:gd name="adj" fmla="val 9091"/>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88720"/>
            <a:ext cx="7863840" cy="822960"/>
          </a:xfrm>
          <a:prstGeom prst="rect">
            <a:avLst/>
          </a:prstGeom>
          <a:noFill/>
          <a:ln/>
        </p:spPr>
        <p:txBody>
          <a:bodyPr wrap="square" lIns="0" tIns="0" rIns="0" bIns="0" rtlCol="0" anchor="ctr"/>
          <a:lstStyle/>
          <a:p>
            <a:pPr algn="ctr" indent="0" marL="0">
              <a:buNone/>
            </a:pPr>
            <a:r>
              <a:rPr lang="en-US" sz="2000" b="1" dirty="0">
                <a:solidFill>
                  <a:srgbClr val="8B6FC0"/>
                </a:solidFill>
                <a:latin typeface="Calibri" pitchFamily="34" charset="0"/>
                <a:ea typeface="Calibri" pitchFamily="34" charset="-122"/>
                <a:cs typeface="Calibri" pitchFamily="34" charset="-120"/>
              </a:rPr>
              <a:t>eavesdrop   -   muscular   -   recessed   -   deserted</a:t>
            </a:r>
            <a:endParaRPr lang="en-US" sz="2000" dirty="0"/>
          </a:p>
        </p:txBody>
      </p:sp>
      <p:sp>
        <p:nvSpPr>
          <p:cNvPr id="7" name="Text 5"/>
          <p:cNvSpPr/>
          <p:nvPr/>
        </p:nvSpPr>
        <p:spPr>
          <a:xfrm>
            <a:off x="457200" y="2331720"/>
            <a:ext cx="8229600" cy="5486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Can you use each word in a sentence about the novel?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Open &amp; Closed Syllables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rabbit   -   kitten   -   pepper   -   garden   -   basket   -   hamper</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Double consonants (b-b, t-t)</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Different consonants (r-d, s-k)</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Open &amp; Closed Syllables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Double consonants (b-b, t-t)</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rabbit</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kitten</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pepper</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Different consonants (r-d, s-k)</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garden</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basket</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hamper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12</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Learning the Truth</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When Mrs. Frisby sees Jeremy tangled in string and the cat coming, she could have run. She stays and unties him instead. Later, Nicodemus and the rats agree to move her cinderblock house — a dangerous, hours-long job — because she asked for help.</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Before you answer today's questions, think back: Where was Mrs. Frisby on the first page of Chapter 1? Where is she now? What has changed?</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Mrs. Frisby finally learns what happened to Jonathan. Why has nobody told her until now — and why does Nicodemus decide to tell the whole story?</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Narrative Writing — Sensory Draft (wrap up)</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Finish your full sensory draft this week — every moment from your map should now be a few sentences.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2026-07-11T21:52:57Z</dcterms:created>
  <dcterms:modified xsi:type="dcterms:W3CDTF">2026-07-11T21:52:57Z</dcterms:modified>
</cp:coreProperties>
</file>