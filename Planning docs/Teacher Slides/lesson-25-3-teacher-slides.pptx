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25, Day 3.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parallel structure — matching verb forms in a series — for rhythm and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parallel structure — matching verb forms in a series — for rhythm and clarity..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that all three verbs in your series match in form (all past tense, for example)..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parallel-verb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compared two different accounts of the same raid. Today: Bring multiple sources together to build a fuller picture of what happened. Big Q: What do I know now that I wouldn’t know from reading just one source?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"Tubman’s scouts mapped the river , marked the mines , and signaled the boats through the darkness."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"tubmans scouts mapped the river marked the mines and signaled the boats through the darkness" Corrected: "Tubman’s scouts mapped the river, marked the mines, and signaled the boats through the darkness."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"tubmans scouts mapped the river marked the mines and signaled the boats through the darkness" Corrected: "Tubman’s scouts mapped the river, marked the mines, and signaled the boats through the darkness."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The Underground Railroad helped enslaved peopletrans — port themselves across state lines to freedom. | Tubman&amp;rsquo;s courage was almostsuper — human — she kept going when others gave up. | The soldiers had tosub — merge in the river to avoid being seen by Confederate scouts. | The raid required careful coordination between the scouts and the gunboats &amp;mdash; it was truly aninter — connected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gallant: 1. The newspaper called Montgomery’s soldiers a _____ band of 300. | commissary: 2. The raid destroyed millions of dollars’ worth of _____ stores that the Confederate army depended on. | contraband: 3. Tubman called the freed people “ _____ ” — using the slaveholders’ own legal term with biting irony. | rebeldom: 4. The raid struck terror into the heart of _____ , according to Source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When you list three or more items in a sentence, you separate them with commas. Place a comma after each item and use and or or before the last one. | The raid destroyed cotton, commissary stores, and lordly dwellings.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SWYK: Write THREE sentences. Each sentence must correctly use one of these frequently confused words: their/there/they’re, its/it’s, your/you’re. Underline the word you chose.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Sources, Day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"“We weakened the rebels somewhat on the Combahee River by taking and bringing away seven hundred and fifty-six head of their most valuable livestock.”"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Revising with Sources
Focus: Synthesize all your sources into one clear paragraph for your essay.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Day 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the Sources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25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uses three action verbs in a row. Why might a writer choose parallel verbs (mapped, marked, signaled) instead of three separate sentences?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describing three actions in a row, using parallel verbs the way this sentence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parallel structure — matching verb forms in a series — for rhythm and clarity.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all three verbs in your series match in form (all past tense, for example).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parallel-verb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compared two different accounts of the same raid.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multiple sources together to build a fuller picture of what happened.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 now that I wouldn’t know from reading just one source?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pull ideas together from different sources. You&amp;rsquo;ve now read all three accounts of the Combahee River Raid. Today, think about the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Tubman’s scouts mapped the river , marked the mines , and signaled the boats through the darkness.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tubmans scouts mapped the river marked the mines and signaled the boats through the darkness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tubmans scouts mapped the river marked the mines and signaled the boats through the darkness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Tubman’s scouts mapped the river, marked the mines, and signaled the boats through the darkness.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prefixes tell you about direction or position. Knowing them helps you decode unfamiliar words instantly.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563880"/>
          </a:xfrm>
          <a:prstGeom prst="roundRect">
            <a:avLst>
              <a:gd name="adj" fmla="val 1621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92808"/>
            <a:ext cx="78638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Underground Railroad helped enslaved peopletrans — port themselves across state lines to freedom.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8412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Tubman&amp;rsquo;s courage was almostsuper — human — she kept going when others gave 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41320"/>
            <a:ext cx="8412480" cy="563880"/>
          </a:xfrm>
          <a:prstGeom prst="roundRect">
            <a:avLst>
              <a:gd name="adj" fmla="val 1621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987040"/>
            <a:ext cx="78638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had tosub — merge in the river to avoid being seen by Confederate scouts.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78352"/>
            <a:ext cx="8412480" cy="563880"/>
          </a:xfrm>
          <a:prstGeom prst="roundRect">
            <a:avLst>
              <a:gd name="adj" fmla="val 1621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624072"/>
            <a:ext cx="78638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raid required careful coordination between the scouts and the gunboats &amp;mdash; it was truly aninter — connected effort.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094994"/>
          </a:xfrm>
          <a:prstGeom prst="roundRect">
            <a:avLst>
              <a:gd name="adj" fmla="val 835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newspaper called Montgomery’s soldiers a _____ band of 300.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1094994"/>
          </a:xfrm>
          <a:prstGeom prst="roundRect">
            <a:avLst>
              <a:gd name="adj" fmla="val 835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raid destroyed millions of dollars’ worth of _____ stores that the Confederate army depended 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58877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119122"/>
            <a:ext cx="4069080" cy="1094994"/>
          </a:xfrm>
          <a:prstGeom prst="roundRect">
            <a:avLst>
              <a:gd name="adj" fmla="val 835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10562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Tubman called the freed people “ _____ ” — using the slaveholders’ own legal term with biting irony.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934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contraband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119122"/>
            <a:ext cx="4069080" cy="1094994"/>
          </a:xfrm>
          <a:prstGeom prst="roundRect">
            <a:avLst>
              <a:gd name="adj" fmla="val 835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210562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raid struck terror into the heart of _____ , according to Source 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617470"/>
            <a:ext cx="379476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rebeldom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Commas in a Series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list three or more items in a sentence, you separate them with commas. Place a comma after each item and use and or or before the last 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0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raid destroyed cotton, commissary stores, and lordly dwellings.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Frequently Confused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133856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08176"/>
            <a:ext cx="81930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= belonging to them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= a place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they’re = they 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203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8412480" cy="978408"/>
          </a:xfrm>
          <a:prstGeom prst="roundRect">
            <a:avLst>
              <a:gd name="adj" fmla="val 9346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569464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sentences. Each sentence must correctly use one of these frequently confused words: their/there/they’re, its/it’s, your/you’re. Underline the word you chose.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Sources, Day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the Sources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did comparing accounts change my understanding?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Source A was the only account that survived, what would we never know about the Combahee River Raid?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does reading Tubman’s own words (Source B) change the story compared to reading about her (Sources A and C)?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weakened the rebels somewhat on the Combahee River by taking and bringing away seven hundred and fifty-six head of their most valuable livestock.”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49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694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56946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Tubman is describing the Combahee River Raid — her soldiers freed 756 enslaved people and weakened the Confederate position.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1133856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92424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392424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“their most valuable livestock.” Tubman is using the slaveholders’ own language against them. She calls enslaved people “livestock” to expose how the Confederacy saw human beings — as property. What effect does this ironic word choice create?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53712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617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6177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where you describe something using words that show how you really feel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Revising with Sources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all your sources into one clear paragraph for your essay.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