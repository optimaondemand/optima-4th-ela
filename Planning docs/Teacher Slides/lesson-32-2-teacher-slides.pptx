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32, Day 2. Novel emoji: 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Reflect on an ending or "last time" to add emotional weight to a moment of completion.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25-minute timer. Craft move: Reflect on an ending or "last time" to add emotional weight to a moment of completion.. Level-up: n/a.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Does your sentence capture WHY this "last time" matters, not just that it happened?.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your "last time" reflection sentence."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we asked: would a reader who never read these novels understand my main point? Today: Keep building your cross-novel comparison project. Big Q: What is one scene — one actual moment in the story — where your theme shows up? What did the character say or do? Why does that moment prove your theme better than just describing it in general?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"Peter looked at the others and said , “ Y ou’ll understand when it comes to your last time. ”"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"annemarie held the packet tightly and whispered i will run as fast as i can and i will not stop" Corrected: "Annemarie held the packet tightly and whispered, “I will run as fast as I can and I will not stop.”"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"annemarie held the packet tightly and whispered i will run as fast as i can and i will not stop" Corrected: "Annemarie held the packet tightly and whispered, “I will run as fast as I can and I will not stop.”"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Review-only vocab: indignant, vexed, solemnly, occupation, allegiance, sovereign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"✅ Proper noun capitalization ❌ Comma in a series ❌ Apostrophe for possession" -&gt; ✅ Proper noun capitalization | "❌ Proper noun capitalization ✅ Comma in dialogue ❌ Comma in a series" -&gt; ✅ Comma in dialogue | "❌ Comma in dialogue ✅ Quotation marks around speech ❌ Apostrophe for possession" -&gt; ✅ Quotation marks around speech | "❌ Quotation marks ✅ Comma in a series ❌ Proper noun capitalization" -&gt; ✅ Comma in a series | "❌ Comma in dialogue ❌ Quotation marks ✅ Apostrophe for possession" -&gt; ✅ Apostrophe for possession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"✅ Proper noun capitalization ❌ Comma in a series ❌ Apostrophe for possession" -&gt; ✅ Proper noun capitalization | "❌ Proper noun capitalization ✅ Comma in dialogue ❌ Comma in a series" -&gt; ✅ Comma in dialogue | "❌ Comma in dialogue ✅ Quotation marks around speech ❌ Apostrophe for possession" -&gt; ✅ Quotation marks around speech | "❌ Quotation marks ✅ Comma in a series ❌ Proper noun capitalization" -&gt; ✅ Comma in a series | "❌ Comma in dialogue ❌ Quotation marks ✅ Apostrophe for possession" -&gt; ✅ Apostrophe for possession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✌️ Doubling Rule: planning, stopped, running | ✂️ Drop-E Rule: writing, bravely, hoping | 🔄 Change-Y Rule: happiest, cried, stories, biggest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✌️ Doubling Rule: planning, stopped, running | ✂️ Drop-E Rule: writing, bravely, hoping | 🔄 Change-Y Rule: happiest, cried, stories, biggest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Final Project, Day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RWM: "“Anne came dancing home in the purple winter twilight across the snowy places.”"
Craft: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Synthesis Project — Drafting the Comparison
Focus: Draft your full comparison: state your theme, then explain your evidence from each novel.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C7922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32  ·  DAY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Project, Day 2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Comparison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Week 32  ·  Virtue: Reflection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is talking about endings — knowing when something is truly your last time doing it. How does this connect to finishing your own writing project this year?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sentence reflecting on a "last time" you experienced this year — the last time you did something as a certain kind of person or in a certain way.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on an ending or "last time" to add emotional weight to a moment of completion.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216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your sentence capture WHY this "last time" matters, not just that it happened?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"last time" reflection sentence.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we asked: would a reader who never read these novels understand my main point?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building your cross-novel comparison project.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one scene — one actual moment in the story — where your theme shows up? What did the character say or do? Why does that moment prove your theme better than just describing it in general?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identify patterns across stories. Yesterday you defined your theme. Today, be specific: find the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looked at the others and said , “ Y ou’ll understand when it comes to your last time. 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3606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9326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annemarie held the packet tightly and whispered i will run as fast as i can and i will not stop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annemarie held the packet tightly and whispered i will run as fast as i can and i will not stop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74976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29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22448"/>
            <a:ext cx="7863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Annemarie held the packet tightly and whispered, “I will run as fast as I can and I will not stop.”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WORDS - QUICK REVIEW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887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indignant   -   vexed   -   solemnly   -   occupation   -   allegiance   -   sovereign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use each word in a sentence about the novel?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Spiral Review — Identify the Rule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TARGET WORD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Proper noun capitalization ❌ Comma in a series ❌ Apostrophe for possession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883664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Proper noun capitalization ✅ Comma in dialogue ❌ Comma in a series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505456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59689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Comma in dialogue ✅ Quotation marks around speech ❌ Apostrophe for possession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218688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1012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Quotation marks ✅ Comma in a series ❌ Proper noun capitalization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3977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target word. Write it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Spiral Review — Identify the Rule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Proper noun capitalization ❌ Comma in a series ❌ Apostrophe for possession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883664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Proper noun capitalization ✅ Comma in dialogue ❌ Comma in a series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505456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59689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Comma in dialogue ✅ Quotation marks around speech ❌ Apostrophe for possession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218688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1012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Quotation marks ✅ Comma in a series ❌ Proper noun capitalization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Year-End Pattern Sort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  -   stopped   -   running   -   writing   -   bravely   -   hoping   -   happiest   -   cried   -   stories   -   biggest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✌️ Doubling Rule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Drop-E Rule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36499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EF6E8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474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Change-Y Rule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Year-End Pattern Sort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2651760" cy="1453896"/>
          </a:xfrm>
          <a:prstGeom prst="roundRect">
            <a:avLst>
              <a:gd name="adj" fmla="val 6289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✌️ Doubling Rule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579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18688" y="1024128"/>
            <a:ext cx="2651760" cy="1453896"/>
          </a:xfrm>
          <a:prstGeom prst="roundRect">
            <a:avLst>
              <a:gd name="adj" fmla="val 6289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55848" y="10972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Drop-E Rule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47288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47288" y="18105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bravely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47288" y="21579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71616" y="1024128"/>
            <a:ext cx="2651760" cy="1801368"/>
          </a:xfrm>
          <a:prstGeom prst="roundRect">
            <a:avLst>
              <a:gd name="adj" fmla="val 5076"/>
            </a:avLst>
          </a:prstGeom>
          <a:solidFill>
            <a:srgbClr val="FEF6E8"/>
          </a:solidFill>
          <a:ln w="19050">
            <a:solidFill>
              <a:srgbClr val="B886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08776" y="10972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Change-Y Rule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0216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happiest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0216" y="18105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0216" y="21579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0216" y="25054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Final Project, Day 2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Comparison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Frost says that beautiful, early things don’t last forever. Think about the characters you read about this year. Which character had something “gold” — something precious — that changed or couldn’t stay? What happened, and what did they learn from that change?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7432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moment in Anne’s story connects to your theme? What did Anne do or say?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447288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5387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moment in Annemarie’s story connects to your theme?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like a Reader, Writer, Mimic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SENTENCE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0E8FF"/>
          </a:solidFill>
          <a:ln w="1270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52144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“Anne came dancing home in the purple winter twilight across the snowy places.”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9812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THREE JOBS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37232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30124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Read like a Reader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37560" y="2301240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picture does this sentence paint? Where is Anne and how is she feeling? What time of day is it? Why is she dancing?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060192"/>
            <a:ext cx="8412480" cy="1133856"/>
          </a:xfrm>
          <a:prstGeom prst="roundRect">
            <a:avLst>
              <a:gd name="adj" fmla="val 806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1242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Read like a Writer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312420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string of descriptive details L.M. Montgomery stacks: “purple winter twilight” and “snowy places.” How does stacking three or four descriptions in a row create a vivid image? What would be lost if the sentence just said “Anne walked home at dusk”?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4285488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4349496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🖊️ Mimic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4349496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own sentence using this same pattern. Choose any character — from one of your novels or from your own imagination.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Project — Drafting the Comparison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your full comparison: state your theme, then explain your evidence from each novel.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2026-07-12T02:19:59Z</dcterms:created>
  <dcterms:modified xsi:type="dcterms:W3CDTF">2026-07-12T02:19:59Z</dcterms:modified>
</cp:coreProperties>
</file>