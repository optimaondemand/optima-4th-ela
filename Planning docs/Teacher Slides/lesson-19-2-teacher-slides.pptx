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19,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Edit for conventions only — capitals, punctuation, spelling — without changing your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Edit for conventions only — capitals, punctuation, spelling — without changing your ideas.. Level-up: ⭐ Fix 3 things  ⭐⭐ Fix 5 things  ⭐⭐⭐ Find one run-on sentence and fix it  ⭐⭐⭐⭐ Read your whole essay aloud to catch what your eyes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Today is an editing day, not a revising day — only fix conventions, not ideas..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one mistake you found and fixed while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Annemarie ran alone through the dark woods on an important mission. Today: Feel the tension as soldiers stop Annemarie on the path.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"The soldier asked where she was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"to soldiers stopped her on the path their dogs were two big" Corrected: "Two soldiers stopped her on the path. Their dogs were too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"to soldiers stopped her on the path their dogs were two big" Corrected: "Two soldiers stopped her on the path. Their dogs were too big."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proceed — — to move forward | exceed — — to go beyond what was expected | concede — — to yield; to give in | access — — a way to enter or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proceed: To move forward; to continue. | concede: To give in; to admit defeat or yield. | access: A way to reach or enter something. | symbol: An object or image that stands for an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soldier could hear the dogs." -&gt; hear | "It’s a dangerous path." -&gt; It’s | "Annemarie had to keep her face calm." -&gt;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soldier could hear the dogs." -&gt; hear | "It’s a dangerous path." -&gt; It’s | "Annemarie had to keep her face calm." -&gt; 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your, you're, here | Consonant + LE (-dle, -ble): its, it's,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Consonant + LE (-tle, -ple, -tle): your, you're, here | Consonant + LE (-dle, -ble): its, it's,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Edit
Focus: Edit your essay for capitalization, punctuation, and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19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15</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The Soldiers on the Path</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19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 asked where she was going.</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"The soldier asked where she was going."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a simple, direct question feel so tense in a moment of danger?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Edit your essay for capitalization, punctuation, and spelling. Circle three things you fixed.</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Edit for conventions only — capitals, punctuation, spelling — without changing your ideas.</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Fix 3 things  ⭐⭐ Fix 5 things  ⭐⭐⭐ Find one run-on sentence and fix it  ⭐⭐⭐⭐ Read your whole essay aloud to catch what your eyes missed</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Today is an editing day, not a revising day — only fix conventions, not ideas.</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one mistake you found and fixed while editing.</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Annemarie ran alone through the dark woods on an important mission.</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Feel the tension as soldiers stop Annemarie on the path.</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soldier asked where she was going.</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to soldiers stopped her on the path their dogs were two big</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to soldiers stopped her on the path their dogs were two big</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Two soldiers stopped her on the path. Their dogs were too big.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form + flect/flex</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form means shape. flect and flex both mean to bend. Together they help build words about shaping and changing.</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conform = con- + form (shape together; fit in)</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reform = re- + form (shape again)</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reflect = re- + flect (to bend back; light or thought)</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flexible = flex + -ible (able to bend)</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proceed — — to move forward</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exceed — — to go beyond what was expected</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concede — — to yield; to give in</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access — — a way to enter or reach</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“After the soldiers left, the family could proceed with the funeral.”</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proceed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move forward; to continue.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“Uncle Henrik would not concede that he was lying — not at first.”</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concede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give in; to admit defeat or yield.</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soldiers wanted access to the casket before the family could close it.”</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access</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way to reach or enter something.</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Star of David necklace is a symbol of Ellen’s family and faith.”</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symbol</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An object or image that stands for an idea.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 could hear the dogs.</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It’s a dangerous path.</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had to keep her face calm.</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Homophones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soldier could </a:t>
            </a:r>
            <a:pPr indent="0" marL="0">
              <a:buNone/>
            </a:pPr>
            <a:r>
              <a:rPr lang="en-US" sz="1500" b="1" u="sng" dirty="0">
                <a:solidFill>
                  <a:srgbClr val="34B76F"/>
                </a:solidFill>
                <a:latin typeface="Calibri" pitchFamily="34" charset="0"/>
                <a:ea typeface="Calibri" pitchFamily="34" charset="-122"/>
                <a:cs typeface="Calibri" pitchFamily="34" charset="-120"/>
              </a:rPr>
              <a:t>hear</a:t>
            </a:r>
            <a:pPr indent="0" marL="0">
              <a:buNone/>
            </a:pPr>
            <a:r>
              <a:rPr lang="en-US" sz="1500" dirty="0">
                <a:solidFill>
                  <a:srgbClr val="1E293B"/>
                </a:solidFill>
                <a:latin typeface="Calibri" pitchFamily="34" charset="0"/>
                <a:ea typeface="Calibri" pitchFamily="34" charset="-122"/>
                <a:cs typeface="Calibri" pitchFamily="34" charset="-120"/>
              </a:rPr>
              <a:t> the dogs.</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It’s</a:t>
            </a:r>
            <a:pPr indent="0" marL="0">
              <a:buNone/>
            </a:pPr>
            <a:r>
              <a:rPr lang="en-US" sz="1500" dirty="0">
                <a:solidFill>
                  <a:srgbClr val="1E293B"/>
                </a:solidFill>
                <a:latin typeface="Calibri" pitchFamily="34" charset="0"/>
                <a:ea typeface="Calibri" pitchFamily="34" charset="-122"/>
                <a:cs typeface="Calibri" pitchFamily="34" charset="-120"/>
              </a:rPr>
              <a:t> a dangerous path.</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Annemarie had to keep </a:t>
            </a:r>
            <a:pPr indent="0" marL="0">
              <a:buNone/>
            </a:pPr>
            <a:r>
              <a:rPr lang="en-US" sz="1500" b="1" u="sng" dirty="0">
                <a:solidFill>
                  <a:srgbClr val="34B76F"/>
                </a:solidFill>
                <a:latin typeface="Calibri" pitchFamily="34" charset="0"/>
                <a:ea typeface="Calibri" pitchFamily="34" charset="-122"/>
                <a:cs typeface="Calibri" pitchFamily="34" charset="-120"/>
              </a:rPr>
              <a:t>her</a:t>
            </a:r>
            <a:pPr indent="0" marL="0">
              <a:buNone/>
            </a:pPr>
            <a:r>
              <a:rPr lang="en-US" sz="1500" dirty="0">
                <a:solidFill>
                  <a:srgbClr val="1E293B"/>
                </a:solidFill>
                <a:latin typeface="Calibri" pitchFamily="34" charset="0"/>
                <a:ea typeface="Calibri" pitchFamily="34" charset="-122"/>
                <a:cs typeface="Calibri" pitchFamily="34" charset="-120"/>
              </a:rPr>
              <a:t> face calm.</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your   -   you're   -   here   -   its   -   it's   -   hear</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Consonant + LE (-tle, -ple, -tle)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Consonant + LE (-dle, -ble)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Homophones in Context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Consonant + LE (-tle, -ple, -tle)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your</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you're</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here</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Consonant + LE (-dle, -ble)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its</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it's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hear</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15</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The Soldiers on the Path</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Say little. The -tle at the end is a syllable by itself. What letter pattern is it?</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Say candle. Same pattern: consonant + l + e. The -dle is one syllable.</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this pattern? (Hint: when you SEE consonant-le at the end of a word, you know how to break it into syllables for reading.)</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Edit</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Edit your essay for capitalization, punctuation, and spelling.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