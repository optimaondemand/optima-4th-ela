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Justify a decision using two clear reasons, in a formal, wise voice that fits the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Justify a decision using two clear reasons, in a formal, wise voice that fits the character.. Level-up: ⭐ Include a line of dialogue  ⭐⭐ Choose word choice that reveals the Owl’s personality  ⭐⭐⭐ Keep a formal, wise tone throughout  ⭐⭐⭐⭐ Justify the decision using two distinct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Reread your explanation. Cut one sentence that isn’t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one reason you gave for the Owl’s decision, in the Owl’s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Mrs. Frisby flew on Jeremy’s back to see the mysterious Great Owl and ask for help. Today: See what happens when Mrs. Frisby’s children meet the Great Owl. Big Q: Lear's owl is silly and tender. Mrs. Frisby's owl is wise and a little frightening. How does each writer make us feel about their 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"Mrs. Frisby introduced Martin and Teresa, her oldest children, to the 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"mrs frisby introduced cynthia and timothy her youngest children to the crow" Corrected: "Mrs. Frisby introduced Cynthia and Timothy, her youngest children, to the crow."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"mrs frisby introduced cynthia and timothy her youngest children to the crow" Corrected: "Mrs. Frisby introduced Cynthia and Timothy, her youngest children, to the crow."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Review-only vocab: delirious, pneumonia, abandoned, warily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Closed first syllable: happy, rabbit | Open first syllable: began, visit, tiger,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Closed first syllable: happy, rabbit | Open first syllable: began, visit, tiger,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Moment Map (continued)
Focus: Add sensory details to your moment map — what did you see, hear, or feel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1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6</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Martin and Teresa Meet the Owl</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Mrs. Frisby introduced Martin and Teresa, her oldest children, to the owl.</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"Mrs. Frisby introduced Martin and Teresa, her oldest children, to the owl."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the Great Owl want to meet Mrs. Frisby’s children before deciding whether to help her?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Explain, in the voice of the Great Owl, why you have decided to help Mrs. Frisby after meeting her children. Give at least two reasons.</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Justify a decision using two clear reasons, in a formal, wise voice that fits the character.</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Include a line of dialogue  ⭐⭐ Choose word choice that reveals the Owl’s personality  ⭐⭐⭐ Keep a formal, wise tone throughout  ⭐⭐⭐⭐ Justify the decision using two distinct reasons</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Reread your explanation. Cut one sentence that isn’t needed.</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one reason you gave for the Owl’s decision, in the Owl’s voice.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Mrs. Frisby flew on Jeremy’s back to see the mysterious Great Owl and ask for help.</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See what happens when Mrs. Frisby’s children meet the Great Owl.</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Lear's owl is silly and tender. Mrs. Frisby's owl is wise and a little frightening. How does each writer make us feel about their owl?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back at the end of the week. They notice how the story has changed since the first chapter — what new characters have appeared, what new...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Mrs. Frisby introduced Martin and Teresa, her oldest children, to the owl.</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mrs frisby introduced cynthia and timothy her youngest children to the crow</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mrs frisby introduced cynthia and timothy her youngest children to the crow</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Mrs. Frisby introduced Cynthia and Timothy, her youngest children, to the crow.</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QUICK REVIEW</a:t>
            </a:r>
            <a:endParaRPr lang="en-US" sz="1100" dirty="0"/>
          </a:p>
        </p:txBody>
      </p:sp>
      <p:sp>
        <p:nvSpPr>
          <p:cNvPr id="5" name="Shape 3"/>
          <p:cNvSpPr/>
          <p:nvPr/>
        </p:nvSpPr>
        <p:spPr>
          <a:xfrm>
            <a:off x="365760" y="10972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822960"/>
          </a:xfrm>
          <a:prstGeom prst="rect">
            <a:avLst/>
          </a:prstGeom>
          <a:noFill/>
          <a:ln/>
        </p:spPr>
        <p:txBody>
          <a:bodyPr wrap="square" lIns="0" tIns="0" rIns="0" bIns="0" rtlCol="0" anchor="ctr"/>
          <a:lstStyle/>
          <a:p>
            <a:pPr algn="ctr" indent="0" marL="0">
              <a:buNone/>
            </a:pPr>
            <a:r>
              <a:rPr lang="en-US" sz="2000" b="1" dirty="0">
                <a:solidFill>
                  <a:srgbClr val="8B6FC0"/>
                </a:solidFill>
                <a:latin typeface="Calibri" pitchFamily="34" charset="0"/>
                <a:ea typeface="Calibri" pitchFamily="34" charset="-122"/>
                <a:cs typeface="Calibri" pitchFamily="34" charset="-120"/>
              </a:rPr>
              <a:t>delirious   -   pneumonia   -   abandoned   -   warily</a:t>
            </a:r>
            <a:endParaRPr lang="en-US" sz="2000" dirty="0"/>
          </a:p>
        </p:txBody>
      </p:sp>
      <p:sp>
        <p:nvSpPr>
          <p:cNvPr id="7" name="Text 5"/>
          <p:cNvSpPr/>
          <p:nvPr/>
        </p:nvSpPr>
        <p:spPr>
          <a:xfrm>
            <a:off x="457200" y="2331720"/>
            <a:ext cx="822960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 you use each word in a sentence about the novel?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happy   -   rabbit   -   began   -   visit   -   tiger   -   music</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Closed first syllable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Open first syllable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106424"/>
          </a:xfrm>
          <a:prstGeom prst="roundRect">
            <a:avLst>
              <a:gd name="adj" fmla="val 8264"/>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Closed first syllable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happy</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rabbit</a:t>
            </a:r>
            <a:endParaRPr lang="en-US" sz="1400" dirty="0"/>
          </a:p>
        </p:txBody>
      </p:sp>
      <p:sp>
        <p:nvSpPr>
          <p:cNvPr id="11" name="Shape 9"/>
          <p:cNvSpPr/>
          <p:nvPr/>
        </p:nvSpPr>
        <p:spPr>
          <a:xfrm>
            <a:off x="4681728" y="1024128"/>
            <a:ext cx="4114800" cy="1801368"/>
          </a:xfrm>
          <a:prstGeom prst="roundRect">
            <a:avLst>
              <a:gd name="adj" fmla="val 5076"/>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Open first syllable</a:t>
            </a:r>
            <a:endParaRPr lang="en-US" sz="1200" dirty="0"/>
          </a:p>
        </p:txBody>
      </p:sp>
      <p:sp>
        <p:nvSpPr>
          <p:cNvPr id="13" name="Text 11"/>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began</a:t>
            </a:r>
            <a:endParaRPr lang="en-US" sz="1400" dirty="0"/>
          </a:p>
        </p:txBody>
      </p:sp>
      <p:sp>
        <p:nvSpPr>
          <p:cNvPr id="14" name="Text 12"/>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visit</a:t>
            </a:r>
            <a:endParaRPr lang="en-US" sz="1400" dirty="0"/>
          </a:p>
        </p:txBody>
      </p:sp>
      <p:sp>
        <p:nvSpPr>
          <p:cNvPr id="15" name="Text 13"/>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tiger</a:t>
            </a:r>
            <a:endParaRPr lang="en-US" sz="1400" dirty="0"/>
          </a:p>
        </p:txBody>
      </p:sp>
      <p:sp>
        <p:nvSpPr>
          <p:cNvPr id="16" name="Text 14"/>
          <p:cNvSpPr/>
          <p:nvPr/>
        </p:nvSpPr>
        <p:spPr>
          <a:xfrm>
            <a:off x="4910328" y="2505456"/>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music</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6</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Martin and Teresa Meet the Owl</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Mrs. Frisby is a tiny field mouse, but she walks across the farm to see Mr. Ages because Timothy needs medicine. Later, she climbs onto Jeremy the crow and flies to the great owl. She is afraid. She goes anyway.</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Before you answer today's questions, think back: Where was Mrs. Frisby on the first page of Chapter 1? Where is she now? What has changed?</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Mrs. Frisby has to make a hard climb in the dark to reach the owl. What does she think about to keep herself going?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Moment Map (continued)</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Add sensory details to your moment map — what did you see, hear, or feel at each step?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