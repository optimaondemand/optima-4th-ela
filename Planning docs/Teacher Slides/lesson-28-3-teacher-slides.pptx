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28,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Give the "wrong" choice in a disagreement a real, understandable reason — not just make it seem foolish.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Give the "wrong" choice in a disagreement a real, understandable reason — not just make it seem foolish..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sentence. Does the character you disagree with still have a reason that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two-sided disagreement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the children realized the Horn had summoned them, and set off by boat to find Caspian. Today: Watch the group vote on which way to go — and see what only Lucy can see. Big Q: What does each person’s vote reveal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"Even though Edmund believed Lucy , Peter voted to go downstream because he felt responsible for making the safest choice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"even though edmund believed lucy peter voted to go downstream because he felt responsible for making the safest choice" Corrected: "Even though Edmund believed Lucy, Peter voted to go downstream because he felt responsible for making the safest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"even though edmund believed lucy peter voted to go downstream because he felt responsible for making the safest choice" Corrected: "Even though Edmund believed Lucy, Peter voted to go downstream because he felt responsible for making the safest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gorge: a deep, narrow valley or passage between hills or cliffs. | bivouac: a temporary camp or resting place without full shelter, used by soldiers or travelers.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A complex sentence joins an independent clause with a dependent clause using a subordinating conjunction: because, although, when, even though, if, after, before.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SWYK: Write 8 words that have the schwa sound. For each word, underline the vowel that makes the schwa. Then pick TWO words and use each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"“Lucy came last of the party, crying bitterly.”"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Organizing Evidence
Focus: Note your character’s role in today’s vote or decision. What does their choice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28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What Lucy Saw</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28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shows two characters with two different reasons for two different choices. Why might a writer want us to understand BOTH sides of a disagreement?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showing two characters who disagree, each with a clear and understandable reason for their choice.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Give the "wrong" choice in a disagreement a real, understandable reason — not just make it seem foolish.</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sentence. Does the character you disagree with still have a reason that makes sense?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two-sided disagreement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the children realized the Horn had summoned them, and set off by boat to find Caspian.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the group vote on which way to go — and see what only Lucy can see.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does each person’s vote reveal about them?</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256032"/>
          </a:xfrm>
          <a:prstGeom prst="rect">
            <a:avLst/>
          </a:prstGeom>
          <a:noFill/>
          <a:ln/>
        </p:spPr>
        <p:txBody>
          <a:bodyPr wrap="square" lIns="0" tIns="0" rIns="0" bIns="0" rtlCol="0" anchor="ctr"/>
          <a:lstStyle/>
          <a:p>
            <a:pPr indent="0" marL="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 though Edmund believed Lucy , Peter voted to go downstream because he felt responsible for making the safest choice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 though edmund believed lucy peter voted to go downstream because he felt responsible for making the safest choice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 though edmund believed lucy peter voted to go downstream because he felt responsible for making the safest choice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Even though Edmund believed Lucy, Peter voted to go downstream because he felt responsible for making the safest choice.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2 WORDS - READ THE SENTENCE, THEN THE MEANING</a:t>
            </a:r>
            <a:endParaRPr lang="en-US" sz="1100" dirty="0"/>
          </a:p>
        </p:txBody>
      </p:sp>
      <p:sp>
        <p:nvSpPr>
          <p:cNvPr id="5" name="Shape 3"/>
          <p:cNvSpPr/>
          <p:nvPr/>
        </p:nvSpPr>
        <p:spPr>
          <a:xfrm>
            <a:off x="320040" y="914400"/>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81381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gorge</a:t>
            </a:r>
            <a:endParaRPr lang="en-US" sz="1400" dirty="0"/>
          </a:p>
        </p:txBody>
      </p:sp>
      <p:sp>
        <p:nvSpPr>
          <p:cNvPr id="7" name="Text 5"/>
          <p:cNvSpPr/>
          <p:nvPr/>
        </p:nvSpPr>
        <p:spPr>
          <a:xfrm>
            <a:off x="457200" y="1316736"/>
            <a:ext cx="81381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deep, narrow valley or passage between hills or cliffs.</a:t>
            </a:r>
            <a:endParaRPr lang="en-US" sz="1100" dirty="0"/>
          </a:p>
        </p:txBody>
      </p:sp>
      <p:sp>
        <p:nvSpPr>
          <p:cNvPr id="8" name="Shape 6"/>
          <p:cNvSpPr/>
          <p:nvPr/>
        </p:nvSpPr>
        <p:spPr>
          <a:xfrm>
            <a:off x="320040" y="1938528"/>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57200" y="2029968"/>
            <a:ext cx="81381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bivouac</a:t>
            </a:r>
            <a:endParaRPr lang="en-US" sz="1400" dirty="0"/>
          </a:p>
        </p:txBody>
      </p:sp>
      <p:sp>
        <p:nvSpPr>
          <p:cNvPr id="10" name="Text 8"/>
          <p:cNvSpPr/>
          <p:nvPr/>
        </p:nvSpPr>
        <p:spPr>
          <a:xfrm>
            <a:off x="457200" y="2340864"/>
            <a:ext cx="81381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temporary camp or resting place without full shelter, used by soldiers or travelers.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Write Your Own — Use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A complex sentence joins an independent clause with a dependent clause using a subordinating conjunction: because, although, when, even though, if, after, before.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Apply — Spelling Test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WORD REFERENCE</a:t>
            </a:r>
            <a:endParaRPr lang="en-US" sz="1100" dirty="0"/>
          </a:p>
        </p:txBody>
      </p:sp>
      <p:sp>
        <p:nvSpPr>
          <p:cNvPr id="7" name="Text 5"/>
          <p:cNvSpPr/>
          <p:nvPr/>
        </p:nvSpPr>
        <p:spPr>
          <a:xfrm>
            <a:off x="365760" y="22037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SHOW WHAT YOU KNOW</a:t>
            </a:r>
            <a:endParaRPr lang="en-US" sz="1100" dirty="0"/>
          </a:p>
        </p:txBody>
      </p:sp>
      <p:sp>
        <p:nvSpPr>
          <p:cNvPr id="8" name="Shape 6"/>
          <p:cNvSpPr/>
          <p:nvPr/>
        </p:nvSpPr>
        <p:spPr>
          <a:xfrm>
            <a:off x="365760" y="2459736"/>
            <a:ext cx="8412480" cy="743712"/>
          </a:xfrm>
          <a:prstGeom prst="roundRect">
            <a:avLst>
              <a:gd name="adj" fmla="val 12295"/>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8640" y="2569464"/>
            <a:ext cx="8046720" cy="515112"/>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Write 8 words that have the schwa sound. For each word, underline the vowel that makes the schwa. Then pick TWO words and use each in a sentence.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9</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What Lucy Saw</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Why does Edmund’s speech matter? What makes it different from just saying “believe Lucy”?</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What does the ending tell you about Lucy?</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Lucy walks into the moonlit clearing and sees the trees begin to dance. She thinks she sees Aslan. What makes Lucy different from the others? Why can she see things they can’t?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“Lucy came last of the party, crying bitterly.”</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932688"/>
          </a:xfrm>
          <a:prstGeom prst="roundRect">
            <a:avLst>
              <a:gd name="adj" fmla="val 9804"/>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just happened? Lucy has been outvoted. The group chose the path she knows is wrong. She follows anyway. Why is she crying? What does it feel like to be last — literally and figuratively?</a:t>
            </a:r>
            <a:endParaRPr lang="en-US" sz="1200" dirty="0"/>
          </a:p>
        </p:txBody>
      </p:sp>
      <p:sp>
        <p:nvSpPr>
          <p:cNvPr id="11" name="Shape 9"/>
          <p:cNvSpPr/>
          <p:nvPr/>
        </p:nvSpPr>
        <p:spPr>
          <a:xfrm>
            <a:off x="365760" y="3136392"/>
            <a:ext cx="8412480" cy="1335024"/>
          </a:xfrm>
          <a:prstGeom prst="roundRect">
            <a:avLst>
              <a:gd name="adj" fmla="val 6849"/>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200400"/>
            <a:ext cx="2651760" cy="120700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200400"/>
            <a:ext cx="5303520" cy="120700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Lewis could have ended the chapter with Peter’s decision or the group walking away. Instead he ends with Lucy — alone, last, crying. Notice how short and plain the sentence is. No fancy words. Just “crying bitterly.” Why does he keep it so simple? What effect does this plainness create? What does it make the reader feel?</a:t>
            </a:r>
            <a:endParaRPr lang="en-US" sz="1200" dirty="0"/>
          </a:p>
        </p:txBody>
      </p:sp>
      <p:sp>
        <p:nvSpPr>
          <p:cNvPr id="14" name="Shape 12"/>
          <p:cNvSpPr/>
          <p:nvPr/>
        </p:nvSpPr>
        <p:spPr>
          <a:xfrm>
            <a:off x="365760" y="4562856"/>
            <a:ext cx="8412480" cy="932688"/>
          </a:xfrm>
          <a:prstGeom prst="roundRect">
            <a:avLst>
              <a:gd name="adj" fmla="val 9804"/>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626864"/>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626864"/>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a short sentence (under 15 words) that shows someone feeling something strong after being left out or overruled. Keep it simple — let the feeling speak without explaining 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Organizing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Note your character’s role in today’s vote or decision. What does their choice reveal?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