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15, Day 2. Novel emoji: 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students 1 quiet minute to look/read closely before any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Identify a reason that supports an opinion, using "because" to connect claim and reason.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15-minute timer. Craft move: Identify a reason that supports an opinion, using "because" to connect claim and reason.. Level-up: ⭐ Use "because" to connect claim and reason  ⭐⭐ Give a second reason  ⭐⭐⭐ Use a specific detail about King Christian  ⭐⭐⭐⭐ Explain what makes this a hard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Check that your reason actually supports your opinion, not just repeats it..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opinion and the reason that supports it."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Yesterday, we learned that Germany invaded Denmark in 1940, starting the occupation this novel is set during. Today: Learn about the Danish resistance and King Christian X. Big Q: As you read today, watch for the setting, the characters, and the first surprise. What kind of place is Avonlea? Who is Mrs. Rachel Lynde? What does she notice?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"King Christian X stayed on the throne of Denmark."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danes started a resistance they hid jewish people from the nazis" Corrected: "The Danes started a Resistance. They hid Jewish people from the Nazis."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danes started a resistance they hid jewish people from the nazis" Corrected: "The Danes started a Resistance. They hid Jewish people from the Nazis."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"Danish people hid them in their homes." -&gt; them | "Duckwitz warned us about the roundup." -&gt; us | "The king stood with her and her neighbors." -&gt; 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"Danish people hid them in their homes." -&gt; them | "Duckwitz warned us about the roundup." -&gt; us | "The king stood with her and her neighbors." -&gt; 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ea: treaty | ai: complain, explain | ie: believe, achieve | oa: boat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ea: treaty | ai: complain, explain | ie: believe, achieve | oa: boat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Bridge Week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Opinion Writing — Building Background
Focus: Practice connecting a reason to an opinion using "because."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6E9BD9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  ·  DAY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Week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Danish Resistance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Week 15  ·  Virtue: Courage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C7922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60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CLOSELY - 1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35608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Christian X stayed on the throne of Denmark.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496312"/>
            <a:ext cx="8046720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novel: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"King Christian X stayed on the throne of Denmark."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 leader choosing to stay with their people, even under threat, matter to how citizens feel?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opinion: do you think a leader should stay with their people during hard times, even if it is dangerous? State your opinion and one reason.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655320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545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reason that supports an opinion, using "because" to connect claim and reason.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868168"/>
            <a:ext cx="8046720" cy="431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Level-Up (optional): ⭐ Use "because" to connect claim and reason  ⭐⭐ Give a second reason  ⭐⭐⭐ Use a specific detail about King Christian  ⭐⭐⭐⭐ Explain what makes this a hard decision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372612"/>
            <a:ext cx="8046720" cy="1656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that your reason actually supports your opinion, not just repeats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opinion and the reason that supports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Yesterday, we learned that Germany invaded Denmark in 1940, starting the occupation this novel is set during.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about the Danish resistance and King Christian X.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setting, the characters, and the first surprise. What kind of place is Avonlea? Who is Mrs. Rachel Lynde? What does she notice?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Christian X stayed on the throne of Denmark.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danes started a resistance they hid jewish people from the nazis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danes started a resistance they hid jewish people from the nazis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Danes started a Resistance. They hid Jewish people from the Nazis.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people hid them in their homes.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Duckwitz warned us about the roundup.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stood with her and her neighbors.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Grammar: Subject &amp; Object Pronouns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Danish people hid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their homes.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Duckwitz warned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the roundup.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king stood with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neighbors.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   -   complain   -   explain   -   believe   -   achieve   -   boat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336499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34747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Vowel Teams in Academic Words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6E9BD9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487168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15768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15768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08576" y="1024128"/>
            <a:ext cx="1920240" cy="1106424"/>
          </a:xfrm>
          <a:prstGeom prst="roundRect">
            <a:avLst>
              <a:gd name="adj" fmla="val 8264"/>
            </a:avLst>
          </a:prstGeom>
          <a:solidFill>
            <a:srgbClr val="FEF6E8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45736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37176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believe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37176" y="181051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729984" y="1024128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E5F7FC"/>
          </a:solidFill>
          <a:ln w="19050">
            <a:solidFill>
              <a:srgbClr val="2A649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7144" y="10972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64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58584" y="14630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boat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Bridge Week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Danish Resistance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Group A words: how do you make them plural? What changes?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Group B: box and brush get -es. Why not just -s? (Try saying "boxs" — it doesn't work.)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Group B: puppy becomes puppies. What changes about the ending? Look at the last letter of the singular.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6E9B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Opinion Writing — Building Background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connecting a reason to an opinion using "because."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2026-07-11T22:13:23Z</dcterms:created>
  <dcterms:modified xsi:type="dcterms:W3CDTF">2026-07-11T22:13:23Z</dcterms:modified>
</cp:coreProperties>
</file>