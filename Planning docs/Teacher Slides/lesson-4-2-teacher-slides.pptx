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4, Day 2.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Identify dashes as a tool for inserting a side-thought, then apply them in your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Identify dashes as a tool for inserting a side-thought, then apply them in your own sentence.. Level-up: ⭐ Use one pair of dashes  ⭐⭐ Make the interruption a doubt or second thought  ⭐⭐⭐ Keep the sentence readable without the dashed part  ⭐⭐⭐⭐ Use dashes AND a specific detail in the same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sentence with a side-thought written as its own separate sentence. Try folding it in with dashes instead..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sentence with dashes and explain what the interruption adds."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Nicodemus began telling the story of leaving the Boniface Estate. Today: Learn what was — and wasn’t — inside the laboratory. Big Q: Today, watch for how the author introduces Jeremy the crow. What does he say? What does he do? What kind of bird is he?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""It might almost be easier to tell what wasn’t in it," Nicodemus continued."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"it might almost be easier to tell what wasnt out there justin added" Corrected: "“It might almost be easier to tell what wasn’t out there,” Justin added."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"it might almost be easier to tell what wasnt out there justin added" Corrected: "“It might almost be easier to tell what wasn’t out there,” Justin added."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permanently: In a way that lasts a long time or forever. | assorted: Of many different kinds mixed together. | electrocuted: Killed or badly hurt by an electric shock. | indignantly: In an angry, offended way — feeling that something is unfair.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"Nicodemus told the story." -&gt; story. | "Mrs. Frisby in the cage." -&gt;  | "Brutus called from above." -&gt;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"Nicodemus told the story." -&gt; story. | "Mrs. Frisby in the cage." -&gt;  | "Brutus called from above." -&gt;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/t/ sound: walked, watched | /d/ or /id/ sound: wanted, waited, opened,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/t/ sound: walked, watched | /d/ or /id/ sound: wanted, waited, opened,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"“Most of the toys — we thought at first — we had no particular use for.”" 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Narrative Writing — Revise for Strong Verbs Focus: Replace three more weak verbs with vivid, precise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Remembers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4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might almost be easier to tell what wasn’t in it,” Nicodemus continued.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"“Most of the toys — we thought at first — we had no particular use for.”"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dashes in the mentor sentence. What do they let the author do that commas or periods couldn’t?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description of an object or place using an interrupting phrase set off by dashes, the way Nicodemus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dashes as a tool for inserting a side-thought, then apply them in your own sentence.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one pair of dashes  ⭐⭐ Make the interruption a doubt or second thought  ⭐⭐⭐ Keep the sentence readable without the dashed part  ⭐⭐⭐⭐ Use dashes AND a specific detail in the same sentence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sentence with a side-thought written as its own separate sentence. Try folding it in with dashes instead.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sentence with dashes and explain what the interruption adds.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Nicodemus began telling the story of leaving the Boniface Estate.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was — and wasn’t — inside the laboratory.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watch for how the author introduces Jeremy the crow. What does he say? What does he do? What kind of bird is he?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keep noticing new characters as a story grows. Authors don't always tell you who a character is — they let the charac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might almost be easier to tell what wasn’t in it," Nicodemus continued.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might almost be easier to tell what wasnt out there justin added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might almost be easier to tell what wasnt out there justin added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might almost be easier to tell what wasn’t out there,” Justin added.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lasts a long time or forever.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many different kinds mixed together.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electrocuted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or badly hurt by an electric shock.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38528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4086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angry, offended way — feeling that something is unfair.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told the 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in the cage.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 called from above.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told the 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in the cage.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 called from above.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-   watched   -   wanted   -   waited   -   opened   -   cleaned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 sound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 or /id/ sound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 sound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024128"/>
            <a:ext cx="4114800" cy="1801368"/>
          </a:xfrm>
          <a:prstGeom prst="roundRect">
            <a:avLst>
              <a:gd name="adj" fmla="val 507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 or /id/ sound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Remembers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feeling does the poet have for the mouse? Find one line that shows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rats already have everything they need by taking it from humans. But they choose to leave Boniface Estate and move to Thorn Valley — to grow their own food and live on their own work. Harder. Better. Mrs. Frisby volunteers for the Dragon mission knowing how dangerous it 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Arthur is the one who first sees what the rats can do with the truck's tools. What kind of life can they build now?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of the toys — we thought at first — we had no particular use for.”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18944"/>
            <a:ext cx="8412480" cy="531876"/>
          </a:xfrm>
          <a:prstGeom prst="roundRect">
            <a:avLst>
              <a:gd name="adj" fmla="val 17192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82952"/>
            <a:ext cx="265176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2282952"/>
            <a:ext cx="530352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Nicodemus saying about the toys? Why does he add "we thought at first"?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82397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879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Writer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28879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O'Brien build this sentence? Notice the em dashes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5432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183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37560" y="34183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 in your notebook.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Writing — Revise for Strong Verbs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three more weak verbs with vivid, precise ones.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