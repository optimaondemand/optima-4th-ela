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8,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Explain and justify a character’s relationship to a big idea (home, family, belonging), then revise for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Explain and justify a character’s relationship to a big idea (home, family, belonging), then revise for precision.. Level-up: ⭐ Define what home means to your character  ⭐⭐ Explain why it means that  ⭐⭐⭐ Connect it to an earlier moment in your story  ⭐⭐⭐⭐ Use this idea to strengthen your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Reread your whole draft so far this week. Circle your strongest sentence and make it even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strongest sentence, before and after you revised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Mrs. Lynde was horrified by something Anne said or did. Today: Watch Anne apologize in her own dramatic way. Big Q: Anne names ordinary places with extraordinary names — The White Way of Delight, Lake of Shining Waters. What ordinary place in your life might you rename,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"“It’s lovely to be going home,” Anne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"its lovely to be home anne whispered to marilla" Corrected: "“It’s lovely to be home,” Anne whispered to Marilla."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"its lovely to be home anne whispered to marilla" Corrected: "“It’s lovely to be home,” Anne whispered to Marilla."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Review-only vocab: transfigured, benevolent, irresistible, penitent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Plural (more than one): teachers, flowers, blossoms | Possessive (belongs to): teacher's, Lynde's, Matthew's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Plural (more than one): teachers, flowers, blossoms | Possessive (belongs to): teacher's, Lynde's, Matthew's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Setting &amp; Belonging (wrap up)
Focus: Finish this section — how does your character start to feel more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8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10</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Anne's Apology</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8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"It’s lovely to be home," Anne whispered to Marilla.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"home" mean something different to Anne than it does to most people?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Explain what "home" means to your character, especially if they have not always had one. Then revise your strongest sentence from this week’s draft.</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Explain and justify a character’s relationship to a big idea (home, family, belonging), then revise for precision.</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Define what home means to your character  ⭐⭐ Explain why it means that  ⭐⭐⭐ Connect it to an earlier moment in your story  ⭐⭐⭐⭐ Use this idea to strengthen your ending</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Reread your whole draft so far this week. Circle your strongest sentence and make it even stronger.</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strongest sentence, before and after you revised it.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Mrs. Lynde was horrified by something Anne said or did.</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Watch Anne apologize in her own dramatic way.</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Anne names ordinary places with extraordinary names — The White Way of Delight, Lake of Shining Waters. What ordinary place in your life might you rename, and why?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back at the end of the week. They notice how the story has changed since the first chapter — what new characters have appeared, what new...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“It’s lovely to be going home,” Anne said.</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its lovely to be home anne whispered to marilla</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its lovely to be home anne whispered to marilla</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“It’s lovely to be home,” Anne whispered to Marilla.</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QUICK REVIEW</a:t>
            </a:r>
            <a:endParaRPr lang="en-US" sz="1100" dirty="0"/>
          </a:p>
        </p:txBody>
      </p:sp>
      <p:sp>
        <p:nvSpPr>
          <p:cNvPr id="5" name="Shape 3"/>
          <p:cNvSpPr/>
          <p:nvPr/>
        </p:nvSpPr>
        <p:spPr>
          <a:xfrm>
            <a:off x="365760" y="10972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822960"/>
          </a:xfrm>
          <a:prstGeom prst="rect">
            <a:avLst/>
          </a:prstGeom>
          <a:noFill/>
          <a:ln/>
        </p:spPr>
        <p:txBody>
          <a:bodyPr wrap="square" lIns="0" tIns="0" rIns="0" bIns="0" rtlCol="0" anchor="ctr"/>
          <a:lstStyle/>
          <a:p>
            <a:pPr algn="ctr" indent="0" marL="0">
              <a:buNone/>
            </a:pPr>
            <a:r>
              <a:rPr lang="en-US" sz="2000" b="1" dirty="0">
                <a:solidFill>
                  <a:srgbClr val="8B6FC0"/>
                </a:solidFill>
                <a:latin typeface="Calibri" pitchFamily="34" charset="0"/>
                <a:ea typeface="Calibri" pitchFamily="34" charset="-122"/>
                <a:cs typeface="Calibri" pitchFamily="34" charset="-120"/>
              </a:rPr>
              <a:t>transfigured   -   benevolent   -   irresistible   -   penitent</a:t>
            </a:r>
            <a:endParaRPr lang="en-US" sz="2000" dirty="0"/>
          </a:p>
        </p:txBody>
      </p:sp>
      <p:sp>
        <p:nvSpPr>
          <p:cNvPr id="7" name="Text 5"/>
          <p:cNvSpPr/>
          <p:nvPr/>
        </p:nvSpPr>
        <p:spPr>
          <a:xfrm>
            <a:off x="457200" y="2331720"/>
            <a:ext cx="822960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 you use each word in a sentence about the novel?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Possessives vs Plurals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teachers   -   flowers   -   blossoms   -   teacher's   -   Lynde's   -   Matthew's</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Plural (more than one)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Possessive (belongs to)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Possessives vs Plurals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Plural (more than one)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teachers</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flowers</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blossoms</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Possessive (belongs to)</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teacher's</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Lynde's</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Matthew's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10</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Anne's Apology</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Anne has never belonged anywhere. She invents Katie Maurice in a bookcase and Violetta in an echo because no real people stayed. By the end of Ch. 10, walking down the lane with Marilla, she slips her hand into Marilla’s and says, “It’s lovely to be going home and know it’s home.” For the first time, a place is hers.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Before you answer today's questions, think back across Ch. 1–5: Who is Anne? What three details show what makes her voice distinctive?</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Walking home, Anne slips her hand into Marilla’s. What does this small action mean for a girl who has never had a home? What does it mean for Marilla?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Setting &amp; Belonging (wrap up)</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Finish this section — how does your character start to feel more at home?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