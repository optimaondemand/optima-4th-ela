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25, Day 2. Novel emoji: 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Use precise nouns in a series to show exactly what was involved in an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18-minute timer. Craft move: Use precise nouns in a series to show exactly what was involved in an event..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Make sure each item in your series is a specific noun, not a vague category..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comparison sentence."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read our first primary source about the Combahee River Raid. Today: Compare two accounts of the same event and look for what matches and what doesn’t. Big Q: Do these accounts agree? Where do they disagree? What details does one include that the other leaves out?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"The soldiers carried guns, supplies, and torches as they moved along the dark river 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soldiers carried guns supplies and torches as they moved along the dark river" Corrected: "The soldiers carried guns, supplies, and torches as they moved along the dark river."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soldiers carried guns supplies and torches as they moved along the dark river" Corrected: "The soldiers carried guns, supplies, and torches as they moved along the dark river."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contraband: property seized during wartime; during the Civil War, enslaved people who escaped to Union lines were called “contrabands.” | commissary: a military store or supply depot. | rebeldom: the land or territory of the rebels (the Confederacy). | gallant: brave, courageous, and noble in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"The raiders burned bridges warehouses and homes." -&gt; bridges | "Tubman planned scouted and led the raid." -&gt; scouted | "The freed people carried chickens pigs and rice." -&gt; chickens | "Source A described the destruction terror and rescue." -&gt; destruction | "Bradford used letters newspapers and interviews." -&gt; letters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"The raiders burned bridges warehouses and homes." -&gt; bridges | "Tubman planned scouted and led the raid." -&gt; scouted | "The freed people carried chickens pigs and rice." -&gt; chickens | "Source A described the destruction terror and rescue." -&gt; destruction | "Bradford used letters newspapers and interviews." -&gt; letters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Possessive (owns something): “___ freedom was hard-won.” (Their), “The army lost ___ supplies.” (its), “Open ___ journal.” (your) | Contraction (two words joined): “___ the bravest soldiers.” (They’re), “___ a primary source.” (It’s), “___ comparing sources today.” (You’re)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Possessive (owns something): “___ freedom was hard-won.” (Their), “The army lost ___ supplies.” (its), “Open ___ journal.” (your) | Contraction (two words joined): “___ the bravest soldiers.” (They’re), “___ a primary source.” (It’s), “___ comparing sources today.” (You’re)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Sources, Day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RWM: "“Montgomery’s gallant band of 300 soldiers under the guidance of a Black woman, dashed into the enemies’ country.”"
Craft: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Research Writing — Revising with Sources
Focus: Compare your two sources. Note where they agree and where they differ.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A0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25  ·  DAY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Day 2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Two Accounts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Week 25  ·  Virtue: Justice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compare two sources describing the same event, what should you look for first — what matches, or what’s different?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comparing what two sources might agree on about the same event.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precise nouns in a series to show exactly what was involved in an event.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each item in your series is a specific noun, not a vague category.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comparison sentence.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read our first primary source about the Combahee River Raid.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accounts of the same event and look for what matches and what doesn’t.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these accounts agree? Where do they disagree? What details does one include that the other leaves out?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soldiers carried guns, supplies, and torches as they moved along the dark river 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360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932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soldiers carried guns supplies and torches as they moved along the dark river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soldiers carried guns supplies and torches as they moved along the dark river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soldiers carried guns, supplies, and torches as they moved along the dark river.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138428"/>
          </a:xfrm>
          <a:prstGeom prst="roundRect">
            <a:avLst>
              <a:gd name="adj" fmla="val 803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contraband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379476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seized during wartime; during the Civil War, enslaved people who escaped to Union lines were called “contrabands.”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069080" cy="1138428"/>
          </a:xfrm>
          <a:prstGeom prst="roundRect">
            <a:avLst>
              <a:gd name="adj" fmla="val 803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commissary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316736"/>
            <a:ext cx="379476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military store or supply depot.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162556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25399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rebeldom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564892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 or territory of the rebels (the Confederacy).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162556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25399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gallant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2564892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brave, courageous, and noble in action.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Commas in a Series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raiders burned bridges warehouses and homes.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88366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Tubman planned scouted and led the raid.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596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freed people carried chickens pigs and rice.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21868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101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 described the destruction terror and rescue.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Commas in a Series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raiders burned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warehouses and homes.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88366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Tubman planned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scouted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led the raid.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596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freed people carried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chickens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pigs and rice.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21868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101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 described the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destruction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terror and rescue.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Frequently Confused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“___ freedom was hard-won.” (Their)   -   “The army lost ___ supplies.” (its)   -   “Open ___ journal.” (your)   -   “___ the bravest soldiers.” (They’re)   -   “___ a primary source.” (It’s)   -   “___ comparing sources today.” (You’re)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(owns something)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 (two words joined)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Frequently Confused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(owns something)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“___ freedom was hard-won.” (Their)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army lost ___ supplies.” (its)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“Open ___ journal.” (your)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 (two words joined)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“___ the bravest soldiers.” (They’re)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“___ a primary source.” (It’s)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“___ comparing sources today.” (You’re)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Sources, Day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Two Accounts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When you notice a difference, pause and ask: Why might this writer have made that choice?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feeling or image stands out to you in this poem? The poet uses informal, rhythmic language — almost like a song. Why do you think Greenfield chose to write about Tubman this way instead of in formal English?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44728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5387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Source A and Source B were both written in 1863. Bradford’s biography came 6 years later. How might the time difference affect what each writer included?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like a Reader, Writer, Mimic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SENTENCE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“Montgomery’s gallant band of 300 soldiers under the guidance of a Black woman, dashed into the enemies’ country.”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981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THREE JOBS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37232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3012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like a Reader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230124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happening in this sentence? Who are the soldiers? What are they doing? Where are they going?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59024"/>
            <a:ext cx="8412480" cy="1335024"/>
          </a:xfrm>
          <a:prstGeom prst="roundRect">
            <a:avLst>
              <a:gd name="adj" fmla="val 684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923032"/>
            <a:ext cx="26517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Read like a Writer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923032"/>
            <a:ext cx="53035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phrase “under the guidance of.” What does this tell you about who was really leading the raid? Why might the reporter have written “under the guidance of a Black woman” instead of simply saying “led by Harriet Tubman”? What does the word choice reveal about the writer’s perspective — or the times?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285488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434949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🖊️ Mimic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4349496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about someone doing something brave. Use the pattern below.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Writing — Revising with Sources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your two sources. Note where they agree and where they differ.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2026-07-11T22:13:24Z</dcterms:created>
  <dcterms:modified xsi:type="dcterms:W3CDTF">2026-07-11T22:13:24Z</dcterms:modified>
</cp:coreProperties>
</file>