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slide: Week 5, Day 3. Novel emoji: 🐭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1 quiet minute to look/read closely before any talk.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 toward naming the craft move: State a theme sentence, then support it with a second, different piece of evidence than yesterday.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10-minute timer. Craft move: State a theme sentence, then support it with a second, different piece of evidence than yesterday.. Level-up: ⭐ State the theme in one sentence, without "the theme is"  ⭐⭐ Use a new piece of evidence  ⭐⭐⭐ Connect it back to your claim from Day 1  ⭐⭐⭐⭐ Explain how the theme applies outside the book too.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2-minute timer. Today's revision focus: Make sure your theme sentence and your Day 1 claim sentence say something related — revise one so they connect clearly..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3-5 students. Keep sharing craft-focused: "Read your theme sentence and the evidence that supports it."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1-minute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Recap: Yesterday, Mrs. Frisby watched quietly from her front door as events unfolded. Today: Think deeply about the theme — the big lesson — of the whole novel. Big Q: Nicodemus could have kept Jonathan's story secret forever. Mrs. Frisby would never have known. He chooses to tell her the truth — about NIMH, about her husband, about how he died. Honesty hurts in that moment. It also frees 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DOL model: "Mrs. Frisby and Nicodemus lived on the Fitzgibbon farm."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"justin and brutus joined the colony in thorn valley" Corrected: "Justin and Brutus joined the colony in Thorn Valley."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"justin and brutus joined the colony in thorn valley" Corrected: "Justin and Brutus joined the colony in Thorn Valley."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Morphology: played — played yesterday | swimming — swimming right now | faster — more fast than | smallest — the most small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Vocab: vantage: Mrs. Frisby found a high _____ point on the hickory tree. | conference: The men held a _____ near the bulldozer. | Thoughtfully: _____ , the rats hid their doorway behind a tuft of grass.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Grammar: "Mr. Ages made the medicine." -&gt; Ages | "The colony moved to Thorn Valley." -&gt; Thorn | "Brutus called from above." -&gt; Brutus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Grammar: "Mr. Ages made the medicine." -&gt; Ages | "The colony moved to Thorn Valley." -&gt; Thorn | "Brutus called from above." -&gt; Brutus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Reading: Theme Study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Writing: Theme Essay — Evidence #2 &amp; Theme Statement Focus: Write your theme statement and a second piece of supporting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4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8FBF7A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8FB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 ·  DAY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Study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Theme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🐭  Week 5  ·  Virtue: Ingenuity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CLOSELY - 1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435608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“Mrs. Frisby and Nicodemus lived on the Fitzgibbon farm.”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FBF7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B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IT OVER - 2 MINUTES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8412480" cy="10972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887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Nicodemus could have kept his and Mrs. Frisby’s secrets forever, but he chooses to tell the truth. Why might an author build a whole theme around that choice? Turn and talk.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74980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minutes - keep your pencil moving!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25296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theme (the big lesson) of Mrs. Frisby and the Rats of NIMH? Write a paragraph stating the theme and supporting it with one more piece of evidence.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121408"/>
            <a:ext cx="8229600" cy="65532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5875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176272"/>
            <a:ext cx="7863840" cy="545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craft move: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a theme sentence, then support it with a second, different piece of evidence than yesterday.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868168"/>
            <a:ext cx="8046720" cy="624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Level-Up (optional): ⭐ State the theme in one sentence, without "the theme is"  ⭐⭐ Use a new piece of evidence  ⭐⭐⭐ Connect it back to your claim from Day 1  ⭐⭐⭐⭐ Explain how the theme applies outside the book too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3565398"/>
            <a:ext cx="8046720" cy="1463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writing the whole time. If you get stuck, reread the prompt or write "I am thinking..." until a new idea comes.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234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minutes - improve ONE specific thing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97280" y="1828800"/>
            <a:ext cx="69494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80160" y="1901952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revision task: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sure your theme sentence and your Day 1 claim sentence say something related — revise one so they connect clearly.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2788920"/>
            <a:ext cx="6949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80160" y="288036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- revision is about ideas, not spelling: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Circle your strongest sentence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Replace one weak verb with a precise one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Add one detail, or cut one you do not need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Improve your opening line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325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minutes - celebrate a craft move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71600" y="196596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54480" y="2029968"/>
            <a:ext cx="6035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your theme sentence and the evidence that supports it.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301752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554480" y="3090672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hand, or paste it in the chat.
</a:t>
            </a:r>
            <a:pPr indent="0" marL="0">
              <a:spcAft>
                <a:spcPts val="200"/>
              </a:spcAft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writer's craft move counts - there are no wrong answers.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1430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do today that made your writing stronger?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and tell a partner, or jot one sentence in your writing notebook.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+ Today's Focus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FBF7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Yesterday, Mrs. Frisby watched quietly from her front door as events unfolded.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9385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B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28600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deeply about the theme — the big lesson — of the whole novel.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303580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291840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3832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Nicodemus could have kept Jonathan's story secret forever. Mrs. Frisby would never have known. He chooses to tell her the truth — about NIMH, about her husband, about how he died. Honesty hurts in that moment. It also frees her.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416966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4074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think about how problems grow. The first problem in a book is rarely the only one — new trouble appears as the story 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Study What's Right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- FROM THE TEXT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E8F8EF"/>
          </a:solidFill>
          <a:ln w="1270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Mrs. Frisby and Nicodemus lived on the Fitzgibbon farm.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00253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Circle: capitals, quotation marks, punctuation, proper nouns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45973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this sentence in your journal. Circle one thing you notice.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FBF7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justin and brutus joined the colony in thorn valley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91109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FBF7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justin and brutus joined the colony in thorn valley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91109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350008"/>
            <a:ext cx="8412480" cy="708660"/>
          </a:xfrm>
          <a:prstGeom prst="roundRect">
            <a:avLst>
              <a:gd name="adj" fmla="val 12903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40487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697480"/>
            <a:ext cx="78638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Justin and Brutus joined the colony in Thorn Valley.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Morphology: Suffixes Review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60704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1556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suffixes change a word's tense or degree. -ed (past tense), -ing (happening now), -er (more, or one who does), -est (most).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65760" y="159105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PARTS REFERENCE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847088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892808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jumped = jump + -ed (past)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68880" y="1847088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42032" y="1892808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= run + -ing (now)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1847088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45152" y="1892808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= tall + -er (more tall)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75120" y="1847088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48272" y="1892808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tallest = tall + -est (most tall)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4688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- FILL IN THE MISSING PART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72491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27706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played — played yesterday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318211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4360" y="32278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swimming — swimming right now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363931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94360" y="36850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— more fast than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409651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94360" y="4142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— the most small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863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WORDS - READ THE SENTENCE, THEN THE MEANING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069080" cy="918972"/>
          </a:xfrm>
          <a:prstGeom prst="roundRect">
            <a:avLst>
              <a:gd name="adj" fmla="val 995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05840"/>
            <a:ext cx="3794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Mrs. Frisby found a high _____ point on the hickory tree.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41274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</a:t>
            </a:r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0" y="914400"/>
            <a:ext cx="4069080" cy="918972"/>
          </a:xfrm>
          <a:prstGeom prst="roundRect">
            <a:avLst>
              <a:gd name="adj" fmla="val 995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9160" y="1005840"/>
            <a:ext cx="3794760" cy="176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men held a _____ near the bulldozer.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709160" y="1236726"/>
            <a:ext cx="3794760" cy="541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</a:t>
            </a:r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conference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1943100"/>
            <a:ext cx="4069080" cy="918972"/>
          </a:xfrm>
          <a:prstGeom prst="roundRect">
            <a:avLst>
              <a:gd name="adj" fmla="val 995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2034540"/>
            <a:ext cx="3794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 , the rats hid their doorway behind a tuft of grass.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244144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</a:t>
            </a:r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Thoughtfully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- Grammar: Proper Nouns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FBF7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THE TARGET WORD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Ages made the medicine.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0116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colony moved to Thorn Valley.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761488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8529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Brutus called from above.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364845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target word. Write it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- Grammar: Proper Nouns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FBF7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REVEALED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</a:t>
            </a: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Ages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made the medicine.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0116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colony moved to </a:t>
            </a: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Thorn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Valley.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761488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8529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Brutus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called from above.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- Theme Study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412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Theme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0512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As you read today, ask yourself: What new problem appears in these chapters? How does it connect to the first problem (Timothy's sickness)?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651760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743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Pick ONE moment that has stayed in your mind. Why that moment? What did it show you about a character or about life?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3584448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367588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Try this: name your theme in one sentence. Then find two moments from the book that prove it.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Writer's Workshop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STAGE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42416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33856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Essay — Evidence #2 &amp; Theme Statement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FOCUS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theme statement and a second piece of supporting evidence.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2026-07-11T21:52:57Z</dcterms:created>
  <dcterms:modified xsi:type="dcterms:W3CDTF">2026-07-11T21:52:57Z</dcterms:modified>
</cp:coreProperties>
</file>