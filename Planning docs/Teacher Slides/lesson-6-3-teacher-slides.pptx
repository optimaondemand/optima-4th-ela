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6, Day 3.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Proofread by reading aloud — catch anything that sounds wrong even if it looks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Proofread by reading aloud — catch anything that sounds wrong even if it looks correct.. Level-up: ⭐ Read one paragraph aloud  ⭐⭐ Read the whole essay aloud  ⭐⭐⭐ Fix one sentence that sounded wrong  ⭐⭐⭐⭐ Ask a partner to listen and give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essay aloud one full time before you consider it finished..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one sentence you changed after hearing it read aloud."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edited our essays for capitalization, punctuation, and spelling. Today: Type your final theme essay draft. Big Q: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Frisby and Nicodemus lived on the Fitzgibbon farm."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"justin and brutus joined the colony in thorn valley" Corrected: "Justin and Brutus joined the colony in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"justin and brutus joined the colony in thorn valley" Corrected: "Justin and Brutus joined the colony in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Writing Workshop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Type Final Draft Focus: Type your final essay draft, reading each sentence aloud as you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Workshop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Final Draft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6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Frisby and Nicodemus lived on the Fitzgibbon farm.”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reading your writing aloud one more time, even after editing, still useful?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type your final essay, read each sentence aloud. Fix any sentence that doesn’t sound right.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by reading aloud — catch anything that sounds wrong even if it looks correct.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Read one paragraph aloud  ⭐⭐ Read the whole essay aloud  ⭐⭐⭐ Fix one sentence that sounded wrong  ⭐⭐⭐⭐ Ask a partner to listen and give feedback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essay aloud one full time before you consider it finished.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sentence you changed after hearing it read aloud.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edited our essays for capitalization, punctuation, and spelling.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final theme essay draft.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and Nicodemus lived on the Fitzgibbon farm.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Writing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Final Draft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novel and read carefully.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Type Final Draft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final essay draft, reading each sentence aloud as you go.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