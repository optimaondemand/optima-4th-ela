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22, Day 4. Novel emoji: 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Use a nickname or title to show how other people see a person’s character.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18-minute timer. Craft move: Use a nickname or title to show how other people see a person’s character..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Does your sentence explain WHY the nickname fits, even briefly?.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the nickname and what it reveals."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slave catchers searched everywhere for Harriet — and never found her. Today: Discover why the people she rescued started calling her "Moses." Big Q: As you read today, watch for the central idea of the chapter. What is Sterling trying to show us about 8-year-old Harriet’s daily life? Notice the work, the food, the window, and the North.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"The people called her Moses proudly."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"everyone said she led them faithfully the song called her moses gently" Corrected: "Everyone said she led them faithfully. The song called her Moses gently."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"everyone said she led them faithfully the song called her moses gently" Corrected: "Everyone said she led them faithfully. The song called her Moses gently."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tele — graph — to write/send a message from far away | tele — phone — sound carried from far | auto — graph — a person’s self-signed name | auto — mobile — a self-moving vehicle (a car)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abolition: The act of ending something, especially slavery. | conductor: A guide on the Underground Railroad; or, the person who runs a train. | obtain: To get or acquire something. | express: To make a thought, feeling, or idea known to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"The people called her Moses proudly." -&gt; proudly. | "She led them faithfully for years." -&gt; faithfully | "Today we call her a hero." -&gt; Today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"The people called her Moses proudly." -&gt; proudly. | "She led them faithfully for years." -&gt; faithfully | "Today we call her a hero." -&gt; Today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Everyday -ion words: massive, decisive, inventive | Historical -ion words: dramatic, biblical, classic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Everyday -ion words: massive, decisive, inventive | Historical -ion words: dramatic, biblical, classic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Research Writing — Organizing Notes
Focus: Note why people gave Harriet the nickname "Moses" and what it reveals about her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A0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22  ·  DAY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Called Her Moses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Week 22  ·  Virtue: Justice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would people give Harriet the nickname of a Bible figure who led people to freedom? What does a nickname like this tell us?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a nickname someone earned (real or invented) and explain, in one sentence, why they earned it.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nickname or title to show how other people see a person’s character.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sentence explain WHY the nickname fits, even briefly?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nickname and what it reveals.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slave catchers searched everywhere for Harriet — and never found her.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why the people she rescued started calling her "Moses."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central idea of the chapter. What is Sterling trying to show us about 8-year-old Harriet’s daily life? Notice the work, the food, the window, and the North.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called her Moses proudly.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said she led them faithfully the song called her moses gently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said she led them faithfully the song called her moses gently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said she led them faithfully. The song called her Moses gently.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Word Bases: press + tain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means to push. tain means to hold. Both roots build a lot of words you’ll meet in history reading.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= ex- + press (push out)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 = im- + press (push in)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= con- + tain (hold together)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= ob- + tain (take hold of)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7706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— graph — to write/send a message from far away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1821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2278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— phone — sound carried from far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6850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— graph — a person’s self-signed name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142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— mobile — a self-moving vehicle (a car)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abolition movement worked to end slavery in the United States.”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✊  abolition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 ending something, especially slavery.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became the most famous conductor of the Underground Railroad.”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conductor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 on the Underground Railroad; or, the person who runs a train.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8506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“Slave catchers tried to obtain a reward by capturing Harriet.”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obtain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19430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or acquire something.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38506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would express her plans to her family in songs, not in words slave catchers could read.”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express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319430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a thought, feeling, or idea known to others.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called her Moses proudly.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led them faithfully for years.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call her a hero.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called her Moses proudly.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led them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faithfully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years.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call her a hero.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Suffixes -ive, -al, -ic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  -   decisive   -   inventive   -   dramatic   -   biblical   -   classic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-ion words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-ion words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Suffixes -ive, -al, -ic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-ion words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inventive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-ion words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biblical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12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Called Her Moses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Say act. Now say action. What did the -ion suffix do to the verb?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Say decide. Now decision. The verb ends in -ide; what happens when -ion is added?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1012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4015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is -ion useful? (Hint: most -ion words name THINGS — they turn actions into things you can talk about.)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Writing — Organizing Notes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why people gave Harriet the nickname "Moses" and what it reveals about her impact.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2026-07-11T22:13:24Z</dcterms:created>
  <dcterms:modified xsi:type="dcterms:W3CDTF">2026-07-11T22:13:24Z</dcterms:modified>
</cp:coreProperties>
</file>