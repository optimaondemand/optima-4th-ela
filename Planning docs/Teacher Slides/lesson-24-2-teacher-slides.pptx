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24, Day 2.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a simile to make an ordinary action ("worked hard") feel vivid and 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Use a simile to make an ordinary action ("worked hard") feel vivid and specific..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Is your simile a fresh comparison, or an overused one? Try for something original..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simile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Harriet guided Union gunboats past Confederate picket posts in the moonlight. Today: Look back at Chapter 18 and think about what "incomplete victory" means. Big Q: Sterling’s central idea in Chapter 18 is that victory is real but incomplete. As you read, ask yourself: What details support the idea that the victory is real? Then ask: What details show it is still incomplete?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"Harriet worked in the hospital like a whirlwind 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 organized the cleanup at fortress monroe before dawn every morning" Corrected: "Harriet organized the cleanup at Fortress Monroe before dawn every morning."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 organized the cleanup at fortress monroe before dawn every morning" Corrected: "Harriet organized the cleanup at Fortress Monroe before dawn every morning."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furlough: an official leave of absence, especially for a soldier | reproaches: expressions of blame or disapproval | querulous: complaining; grumbling | matron: a woman in charge of a household or hospital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worked at Fortress Monroe until the war ended." -&gt; at | "Ben sang with joy when Sherman took Atlanta." -&gt; with | "Three men dragged Harriet into the baggage car." -&gt; into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worked at Fortress Monroe until the war ended." -&gt; at | "Ben sang with joy when Sherman took Atlanta." -&gt; with | "Three men dragged Harriet into the baggage car." -&gt; into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-tion / -sion words: liberation, emancipation, proclamation, mission | -ous / -ious words: victorious, querulous, glorious, courageous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-tion / -sion words: liberation, emancipation, proclamation, mission | -ous / -ious words: victorious, querulous, glorious, courageous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18 - Look Back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RWM: "“As the train pulled away from the capital of a once more united country, its turning wheels seemed to sing, ‘We’s all free. We’s all free.’”"
Craft: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Drafting with Detail
Focus: Begin drafting a paragraph about what "incomplete victory" meant for Harriet and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24  ·  DAY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18 - Look Back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Victory, Real but Incomplete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24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comparing Harriet to a "whirlwind" tell us, that just saying "she worked hard" wouldn’t?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using a simile ("like a ___") to describe how someone works or moves.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simile to make an ordinary action ("worked hard") feel vivid and specific.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simile a fresh comparison, or an overused one? Try for something original.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simile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Harriet guided Union gunboats past Confederate picket posts in the moonlight.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Chapter 18 and think about what "incomplete victory" means.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Sterling’s central idea in Chapter 18 is that victory is real but incomplete. As you read, ask yourself: What details support the idea that the victory is real? Then ask: What details show it is still incomplete?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explain how details support the central idea. When a biography has a central idea, the author chooses details on purpose &amp;mdash; each one adds...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worked in the hospital like a whirlwind 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organized the cleanup at fortress monroe before dawn every morning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organized the cleanup at fortress monroe before dawn every morning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organized the cleanup at Fortress Monroe before dawn every morning.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furlough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official leave of absence, especially for a soldier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reproaches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of blame or disapproval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78152"/>
            <a:ext cx="4069080" cy="914400"/>
          </a:xfrm>
          <a:prstGeom prst="roundRect">
            <a:avLst>
              <a:gd name="adj" fmla="val 1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querulous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804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complaining; grumbling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978152"/>
            <a:ext cx="4069080" cy="914400"/>
          </a:xfrm>
          <a:prstGeom prst="roundRect">
            <a:avLst>
              <a:gd name="adj" fmla="val 1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3804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woman in charge of a household or hospital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Prepositional Phrases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worked at Fortress Monroe until the war ended.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sang with joy when Sherman took Atlanta.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men dragged Harriet into the baggage car.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Prepositional Phrases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worked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Fortress Monroe until the war ended.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sang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joy when Sherman took Atlanta.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men dragged Harriet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baggage car.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 &amp; Syllable Sort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liberation   -   emancipation   -   proclamation   -   mission   -   victorious   -   querulous   -   glorious   -   courageous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-tion / -sion words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-ous / -ious words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 &amp; Syllable Sort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801368"/>
          </a:xfrm>
          <a:prstGeom prst="roundRect">
            <a:avLst>
              <a:gd name="adj" fmla="val 507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-tion / -sion words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emancipation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proclamation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5054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81728" y="1024128"/>
            <a:ext cx="4114800" cy="1801368"/>
          </a:xfrm>
          <a:prstGeom prst="roundRect">
            <a:avLst>
              <a:gd name="adj" fmla="val 507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-ous / -ious words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victorious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querulous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glorious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10328" y="25054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courageous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18 - Look Back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Victory, Real but Incomplete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train scene at the end is not an accident. Think about why Sterling chose to end the chapter there.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Whitman wrote this poem after Lincoln was assassinated — the war was won, but the president was dead. In Chapter 18, Sterling describes a similar bittersweet moment: the war ends, but Harriet is thrown off a train on her way home. What feeling do both the poem and the chapter share? What word would you use to describe it?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58444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7588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Say liberation slowly: lib·er·A·tion. Where is the stressed syllable? Say glorious: GLO·ri·ous. Which syllable is loudest?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Reader, Writer, Mimic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SENTENCE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the train pulled away from the capital of a once more united country, its turning wheels seemed to sing, ‘We’s all free. We’s all free.’”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2494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JOBS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505456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56946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like a Reader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256946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 in this moment? Where is Harriet? What are the wheels of the train doing in the author’s imagination? What feeling does this sentence give you?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328416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9242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Read like a Writer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3392424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uses a prepositional phrase — from the capital of a once more united country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950208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01421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🖊️ Mimic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401421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sentence about a machine or object that “seems to” say or sing something. Include a prepositional phrase.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Drafting with Detail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drafting a paragraph about what "incomplete victory" meant for Harriet and others.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