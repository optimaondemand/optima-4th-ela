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21, Day 2.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sequence words (First, Then, Next) to show the order of events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sequence words (First, Then, Next) to show the order of events clearly..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Read your steps in order out loud. Does each sequence word make sense where it is?.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"First..." sentence and what comes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Harriet’s master called her "not worth a sixpence" after a serious injury. Today: Follow the night Harriet finally slipped away.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"First, Harriet slipped away at night."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"next she crossed the bay then she walked north for many miles finally she reached pennsylvania" Corrected: "Next, she crossed the bay. Then she walked north for many miles. Finally, she reached Pennsylvania."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"next she crossed the bay then she walked north for many miles finally she reached pennsylvania" Corrected: "Next, she crossed the bay. Then she walked north for many miles. Finally, she reached Pennsylvania."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ex — it — to go out | ex — tend — to stretch out | post — pone — to put off until later | post — script — words written AFTER a letter (P.S.)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chronology: The order in which events happened, from first to last. | testimony: A personal account of what someone has seen or done. | autograph: A person’s own signature; literally, ‘self-writing.’ | emancipation: The act of being set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North Star was brighter than the rest." -&gt; brighter | "Travel at night was safer than by day." -&gt; safer | "Philadelphia felt lonelier than she expected." -&gt; lonelier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North Star was brighter than the rest." -&gt; brighter | "Travel at night was safer than by day." -&gt; safer | "Philadelphia felt lonelier than she expected." -&gt; lonelier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Names (places, people): creation, education, invitation | Historical terms: declaration, liberation, plantation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Names (places, people): creation, education, invitation | Historical terms: declaration, liberation, plantation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Gathering Facts
Focus: Add today’s events to your notes in the order they happened, using sequence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21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Slipping Away at Night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21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"First"? What does that word tell us about what’s coming?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first two steps of a plan someone might make, using "First," and "Then," to show the order clearly.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sequence words (First, Then, Next) to show the order of events clearly.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steps in order out loud. Does each sequence word make sense where it is?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"First..." sentence and what comes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Harriet’s master called her "not worth a sixpence" after a serious injury.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night Harriet finally slipped away.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Harriet slipped away at night.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she crossed the bay then she walked north for many miles finally she reached pennsylvania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she crossed the bay then she walked north for many miles finally she reached pennsylvania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she crossed the bay. Then she walked north for many miles. Finally, she reached Pennsylvania.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tele-, auto-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 means far or far away. auto- means self. Both prefixes show up in lots of modern words — AND in some that relate to biography and history.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telegraph = tele- + graph (write from far)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 = tele- + scope (see from far)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autograph = auto- + graph (self-write)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autobiography = auto- + bio + graphy (self-life-writing)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— it — to go out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— tend — to stretch out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pone — to put off until later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script — words written AFTER a letter (P.S.)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can list the chronology of Harriet’s escape: first the decision, then the walk, then arrival.”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chronology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in which events happened, from first to last.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“Harriet’s testimony about her escape later became part of the public record.”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testimony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account of what someone has seen or done.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could not write her own autograph as a child — slaves were forbidden to learn to read or write.”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05943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autograph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7032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person’s own signature; literally, ‘self-writing.’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“Harriet’s escape was her own emancipation, years before the war ended slavery for everyone.”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🕊️  emancipation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being set free.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Star was brighter than the rest.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at night was safer than by day.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felt lonelier than she expected.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Star was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the rest.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at night was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by day.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felt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lonelier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she expected.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 -ion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  -   education   -   invitation   -   declaration   -   liberation   -   plantation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(places, people)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terms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 -ion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(places, people)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terms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Slipping Away at Night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Maryland slowly. How many beats? Where do you naturally split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plantation. Three beats: plan-ta-tion. Listen for the stressed syllable.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does it help to break a long word into syllables? (Hint: you can spell pieces you can’t spell whole.)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Gathering Facts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today’s events to your notes in the order they happened, using sequence words.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