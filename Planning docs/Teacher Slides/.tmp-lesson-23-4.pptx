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23, Day 4.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Use a single strong adverb ("steadily," "relentlessly") to describe effort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Use a single strong adverb ("steadily," "relentlessly") to describe effort over time..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Try swapping your adverb for two or three others. Which one is most precise?.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steady-effort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on June 2, 1863, Harriet led a Union Army raid on the Combahee River. Today: See how Harriet kept serving steadily as the war continued. Big Q: As you read today, watch for the central idea of the chapter. What is Sterling trying to show us about 8-year-old Harriet’s daily life? Notice the work, the food, the window, and the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"Harriet worked more steadily as the war went 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soldiers fought less hopefully but harriet pushed on more faithfully than before" Corrected: "The soldiers fought less hopefully, but Harriet pushed on more faithfully than before."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soldiers fought less hopefully but harriet pushed on more faithfully than before" Corrected: "The soldiers fought less hopefully, but Harriet pushed on more faithfully than before."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allev — iate — to lift away (a burden) | lev — itate — to rise off the ground | insist — — to stand firmly on a point | assist — — to stand with; to help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elevate: To lift up; to raise to a higher level. | resist: To stand against; to refuse to give in. | persist: To keep going; to refuse to stop. | abolitionist: A person who worked to end (abolish) slavery.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"She served longer than most Union scouts." -&gt; longer | "Survivors remembered her more vividly than any general." -&gt; more | "History treated her more kindly than her own time did." -&gt;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"She served longer than most Union scouts." -&gt; longer | "Survivors remembered her more vividly than any general." -&gt; more | "History treated her more kindly than her own time did." -&gt;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Government and war terms: government, legislation, invasion | Names from the week: Lincoln, Wendell, Sherman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Government and war terms: government, legislation, invasion | Names from the week: Lincoln, Wendell, Sherman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Drafting
Focus: Look back at your notes so far. Which facts are strongest evidence for your research question?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23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Through the War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23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"steadily" suggest about Harriet’s character over a long, hard stretch of time?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about someone who kept doing something steadily over a long, difficult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single strong adverb ("steadily," "relentlessly") to describe effort over time.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swapping your adverb for two or three others. Which one is most precise?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steady-effort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on June 2, 1863, Harriet led a Union Army raid on the Combahee River.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Harriet kept serving steadily as the war continued.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central idea of the chapter. What is Sterling trying to show us about 8-year-old Harriet’s daily life? Notice the work, the food, the window, and the North.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worked more steadily as the war went 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fought less hopefully but harriet pushed on more faithfully than before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fought less hopefully but harriet pushed on more faithfully than before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fought less hopefully, but Harriet pushed on more faithfully than before.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Word Bases: lev + sist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 means to raise or lift. sist means to stand. Both roots build lots of words about strength, position, and persistence.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= e- + lev + -ate (to lift up)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= a tool for raising heavy things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= re- + sist (stand against)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= per- + sist (stand through; keep standing)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89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49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306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allev — iate — to lift away (a burden)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421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3878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 — itate — to rise off the ground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93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450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insist — — to stand firmly on a point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565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022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— — to stand with; to help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Combahee Raid helped elevate Harriet to national fame.”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 elevate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lift up; to raise to a higher level.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“Enslaved people found many ways to resist the system that controlled their lives.”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✊  resist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stand against; to refuse to give 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00656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292096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persisted in her work even after the war became long and brutal.”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6990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persist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009900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going; to refuse to stop.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200656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292096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“Frederick Douglass and Wendell Phillips were famous abolitionists who admired Harriet.”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6990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abolitionist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009900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worked to end (abolish) slavery.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served longer than most Union scouts.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remembered her more vividly than any general.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treated her more kindly than her own time did.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served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most Union scouts.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remembered her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vividly than any general.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treated her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kindly than her own time did.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&amp; Accent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  -   legislation   -   invasion   -   Lincoln   -   Wendell   -   Sherman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and war terms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from the week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&amp; Accent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and war terms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from the week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Lincoln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Wendell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Sherman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16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Through the War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words have softer unstressed syllables?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words are names, and which are history terms?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does saying the word aloud help you spell the quiet syllables?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Drafting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your notes so far. Which facts are strongest evidence for your research question?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