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Combine two short, choppy sentences into one smoother, stronger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Combine two short, choppy sentences into one smoother, stronger sentence.. Level-up: ⭐ Combine one pair of sentences  ⭐⭐ Combine two pairs  ⭐⭐⭐ Use a conjunction (and, but, because) to combine them  ⭐⭐⭐⭐ Read the new sentence aloud to check it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This IS today's revision task: combine two choppy sentences in your weakest paragraph into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two original choppy sentences, then the one combined sentence you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Annemarie waited anxiously, not knowing where Mama was. Today: Follow Annemarie's brave run through the dark woods.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"Annemarie ran through the dark woods."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"their parents told them to walk to the bend in the path they’re going there now" Corrected: "Their parents told them to walk to the bend in the path. They’re going there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"their parents told them to walk to the bend in the path they’re going there now" Corrected: "Their parents told them to walk to the bend in the path. They’re going there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conform — — to shape together; to fit in | reform — — to shape again | reflect — — to bend back (light, or thought) | flex — ible — able to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conform: To match a shape or rule; to fit in with something. | reflect: To think back; or, to bounce light or an image. | compare: To look at two things and notice what is the same and what is different. | conclude: To finish; to come to a final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ran to the dark woods." -&gt; to | "The soldiers had their dogs with them." -&gt; their | "They’re going to stop her." -&gt; They’re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ran to the dark woods." -&gt; to | "The soldiers had their dogs with them." -&gt; their | "They’re going to stop her." -&gt; They’re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THEIR / THERE / THEY’RE: their, there, they're | TO / TOO / TWO: to, too,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THEIR / THERE / THEY’RE: their, there, they're | TO / TOO / TWO: to, too,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13-14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Revise
Focus: Revise your essay by combining choppy sentences for smoother, stronger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19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13-14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Running Through the Woods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ran through the dark woods.</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"Annemarie ran through the dark woods."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is the difference between revising (improving ideas) and editing (fixing conventions)?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Reread your opinion essay draft. Choose your weakest paragraph and revise it by combining two choppy sentences into one stronger sentence.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Combine two short, choppy sentences into one smoother, stronger sentence.</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Combine one pair of sentences  ⭐⭐ Combine two pairs  ⭐⭐⭐ Use a conjunction (and, but, because) to combine them  ⭐⭐⭐⭐ Read the new sentence aloud to check it flows</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This IS today's revision task: combine two choppy sentences in your weakest paragraph into one.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two original choppy sentences, then the one combined sentence you built.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Annemarie waited anxiously, not knowing where Mama was.</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Annemarie's brave run through the dark woods.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ran through the dark woods.</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their parents told them to walk to the bend in the path they’re going there now</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their parents told them to walk to the bend in the path they’re going there now</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Their parents told them to walk to the bend in the path. They’re going there now.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form + flect/flex</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form means shape. flect and flex both mean to bend. Together they help build words about shaping and changing.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conform = con- + form (shape together; fit in)</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reform = re- + form (shape again)</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reflect = re- + flect (to bend back; light or thought)</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flexible = flex + -ible (able to bend)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conform — — to shape together; to fit in</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reform — — to shape again</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reflect — — to bend back (light, or thought)</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flex — ible — able to bend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“Annemarie made her body conform to a casual, careless shape on the path.”</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conform</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match a shape or rule; to fit in with something.</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“Looking back, Annemarie could reflect on what she had done that morning.”</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reflect</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think back; or, to bounce light or an image.</a:t>
            </a:r>
            <a:endParaRPr lang="en-US" sz="1100" dirty="0"/>
          </a:p>
        </p:txBody>
      </p:sp>
      <p:sp>
        <p:nvSpPr>
          <p:cNvPr id="13" name="Shape 11"/>
          <p:cNvSpPr/>
          <p:nvPr/>
        </p:nvSpPr>
        <p:spPr>
          <a:xfrm>
            <a:off x="32004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“We can compare Lowry’s novel with the real history of the Danish rescue.”</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compare</a:t>
            </a:r>
            <a:endParaRPr lang="en-US" sz="1400" dirty="0"/>
          </a:p>
        </p:txBody>
      </p:sp>
      <p:sp>
        <p:nvSpPr>
          <p:cNvPr id="16" name="Text 14"/>
          <p:cNvSpPr/>
          <p:nvPr/>
        </p:nvSpPr>
        <p:spPr>
          <a:xfrm>
            <a:off x="45720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look at two things and notice what is the same and what is different.</a:t>
            </a:r>
            <a:endParaRPr lang="en-US" sz="1100" dirty="0"/>
          </a:p>
        </p:txBody>
      </p:sp>
      <p:sp>
        <p:nvSpPr>
          <p:cNvPr id="17" name="Shape 15"/>
          <p:cNvSpPr/>
          <p:nvPr/>
        </p:nvSpPr>
        <p:spPr>
          <a:xfrm>
            <a:off x="457200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Afterword helps us conclude what was real and what Lowry made up.”</a:t>
            </a:r>
            <a:endParaRPr lang="en-US" sz="1050" dirty="0"/>
          </a:p>
        </p:txBody>
      </p:sp>
      <p:sp>
        <p:nvSpPr>
          <p:cNvPr id="19" name="Text 17"/>
          <p:cNvSpPr/>
          <p:nvPr/>
        </p:nvSpPr>
        <p:spPr>
          <a:xfrm>
            <a:off x="470916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conclude</a:t>
            </a:r>
            <a:endParaRPr lang="en-US" sz="1400" dirty="0"/>
          </a:p>
        </p:txBody>
      </p:sp>
      <p:sp>
        <p:nvSpPr>
          <p:cNvPr id="20" name="Text 18"/>
          <p:cNvSpPr/>
          <p:nvPr/>
        </p:nvSpPr>
        <p:spPr>
          <a:xfrm>
            <a:off x="470916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finish; to come to a final idea.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ran to the dark woods.</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soldiers had their dogs with them.</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They’re going to stop her.</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ran </a:t>
            </a:r>
            <a:pPr indent="0" marL="0">
              <a:buNone/>
            </a:pPr>
            <a:r>
              <a:rPr lang="en-US" sz="1500" b="1" u="sng" dirty="0">
                <a:solidFill>
                  <a:srgbClr val="34B76F"/>
                </a:solidFill>
                <a:latin typeface="Calibri" pitchFamily="34" charset="0"/>
                <a:ea typeface="Calibri" pitchFamily="34" charset="-122"/>
                <a:cs typeface="Calibri" pitchFamily="34" charset="-120"/>
              </a:rPr>
              <a:t>to</a:t>
            </a:r>
            <a:pPr indent="0" marL="0">
              <a:buNone/>
            </a:pPr>
            <a:r>
              <a:rPr lang="en-US" sz="1500" dirty="0">
                <a:solidFill>
                  <a:srgbClr val="1E293B"/>
                </a:solidFill>
                <a:latin typeface="Calibri" pitchFamily="34" charset="0"/>
                <a:ea typeface="Calibri" pitchFamily="34" charset="-122"/>
                <a:cs typeface="Calibri" pitchFamily="34" charset="-120"/>
              </a:rPr>
              <a:t> the dark woods.</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soldiers had </a:t>
            </a:r>
            <a:pPr indent="0" marL="0">
              <a:buNone/>
            </a:pPr>
            <a:r>
              <a:rPr lang="en-US" sz="1500" b="1" u="sng" dirty="0">
                <a:solidFill>
                  <a:srgbClr val="34B76F"/>
                </a:solidFill>
                <a:latin typeface="Calibri" pitchFamily="34" charset="0"/>
                <a:ea typeface="Calibri" pitchFamily="34" charset="-122"/>
                <a:cs typeface="Calibri" pitchFamily="34" charset="-120"/>
              </a:rPr>
              <a:t>their</a:t>
            </a:r>
            <a:pPr indent="0" marL="0">
              <a:buNone/>
            </a:pPr>
            <a:r>
              <a:rPr lang="en-US" sz="1500" dirty="0">
                <a:solidFill>
                  <a:srgbClr val="1E293B"/>
                </a:solidFill>
                <a:latin typeface="Calibri" pitchFamily="34" charset="0"/>
                <a:ea typeface="Calibri" pitchFamily="34" charset="-122"/>
                <a:cs typeface="Calibri" pitchFamily="34" charset="-120"/>
              </a:rPr>
              <a:t> dogs with them.</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They’re</a:t>
            </a:r>
            <a:pPr indent="0" marL="0">
              <a:buNone/>
            </a:pPr>
            <a:r>
              <a:rPr lang="en-US" sz="1500" dirty="0">
                <a:solidFill>
                  <a:srgbClr val="1E293B"/>
                </a:solidFill>
                <a:latin typeface="Calibri" pitchFamily="34" charset="0"/>
                <a:ea typeface="Calibri" pitchFamily="34" charset="-122"/>
                <a:cs typeface="Calibri" pitchFamily="34" charset="-120"/>
              </a:rPr>
              <a:t> going to stop her.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their   -   there   -   they're   -   to   -   too   -   two</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THEIR / THERE / THEY’RE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TO / TOO / TWO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THEIR / THERE / THEY’RE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their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there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they're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TO / TOO / TWO</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to</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too</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two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13-14</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Running Through the Woods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their, there, they’re. They sound the same. But what does each MEAN?</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Say to, too, two. Same sound. Three different meanings.</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matter to spell these correctly? (Hint: a reader has to figure out which one you mean. Picking the right spelling does that for them.)</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Revise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Revise your essay by combining choppy sentences for smoother, stronger writing.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