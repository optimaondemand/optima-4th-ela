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evidence + explanation: describe the moment, then explain in your own words why it proves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Use evidence + explanation: describe the moment, then explain in your own words why it proves your claim.. Level-up: ⭐ Describe the moment clearly  ⭐⭐ Use the phrase "This shows..."  ⭐⭐⭐ Explain why it matters, not just what happened  ⭐⭐⭐⭐ Connect the evidence back to your exact claim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evidence paragraph. Add one sentence that explains WHY the evidence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evidence sentence and the explanation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learned that Henrik chose not to lie to Annemarie again. Today: Witness a quiet, tense moment during the funeral.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"Mama whispered the words of the psalm."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casket couldnt be opened because mamas plan wouldnt work if the soldiers saw" Corrected: "The casket couldn’t be opened, because Mama’s plan wouldn’t work if the soldiers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casket couldnt be opened because mamas plan wouldnt work if the soldiers saw" Corrected: "The casket couldn’t be opened, because Mama’s plan wouldn’t work if the soldiers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cred — ible — able to be believed | cred — it — trust in someone’s ability to pay back | intend — — to stretch your mind toward; to plan | extend — — to stretch out; to reach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intend: To plan to do something on purpose. | credible: Believable; easy to trust. | discreet: Careful not to draw attention. | tense: Tight with worry; nervous.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"Mama recited the psalm. She’s brave." -&gt; She’s | "The soldiers haven’t found anything." -&gt; haven’t | "Ellen’s family isn’t safe yet." -&gt;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"Mama recited the psalm. She’s brave." -&gt; She’s | "The soldiers haven’t found anything." -&gt; haven’t | "Ellen’s family isn’t safe yet." -&gt;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table, apple, simple | Has a suffix: puddle, middle, bubble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table, apple, simple | Has a suffix: puddle, middle, bubble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Evidence #1
Focus: Write your first evidence paragraph, using a specific moment from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10</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Funeral</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Mama whispered the words of the psalm.</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"Mama whispered the words of the psalm."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is one piece of evidence from the book that supports your claim about Annemarie's bravest moment?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first evidence paragraph: describe the moment you chose and explain why it shows courage.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evidence + explanation: describe the moment, then explain in your own words why it proves your claim.</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Describe the moment clearly  ⭐⭐ Use the phrase "This shows..."  ⭐⭐⭐ Explain why it matters, not just what happened  ⭐⭐⭐⭐ Connect the evidence back to your exact claim sentence</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evidence paragraph. Add one sentence that explains WHY the evidence matters.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evidence sentence and the explanation that follows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learned that Henrik chose not to lie to Annemarie again.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Witness a quiet, tense moment during the funeral.</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Mama whispered the words of the psalm.</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casket couldnt be opened because mamas plan wouldnt work if the soldiers saw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casket couldnt be opened because mamas plan wouldnt work if the soldiers saw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 casket couldn’t be opened, because Mama’s plan wouldn’t work if the soldiers saw.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ceed + cede + cess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English has THREE spellings of one root that means to go or to yield: ceed, cede, and cess. They all share a history. Knowing them helps you decode AND spell big new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proceed = pro- + ceed (go forward)</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concede = con- + cede (yield together)</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access = ac- + cess (a way to go in)</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process = pro- + cess (a forward-going way of doing things)</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ible — able to be believed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it — trust in someone’s ability to pay back</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intend — — to stretch your mind toward; to plan</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extend — — to stretch out; to reach further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Nazis intended to find Jewish families that night.”</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intend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plan to do something on purpose.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photo-album story had to sound credible to the soldier.”</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credible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Believable; easy to trust.</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“Mama’s discreet phone call to Uncle Henrik used code instead of plain talk.”</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discreet</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draw attention.</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 and Papa stood beside each other, their faces tense.”</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tense</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Tight with worry; nervous.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recited the psalm. She’s brave.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soldiers haven’t found anything.</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Ellen’s family isn’t safe yet.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recited the psalm. </a:t>
            </a:r>
            <a:pPr indent="0" marL="0">
              <a:buNone/>
            </a:pPr>
            <a:r>
              <a:rPr lang="en-US" sz="1500" b="1" u="sng" dirty="0">
                <a:solidFill>
                  <a:srgbClr val="34B76F"/>
                </a:solidFill>
                <a:latin typeface="Calibri" pitchFamily="34" charset="0"/>
                <a:ea typeface="Calibri" pitchFamily="34" charset="-122"/>
                <a:cs typeface="Calibri" pitchFamily="34" charset="-120"/>
              </a:rPr>
              <a:t>She’s</a:t>
            </a:r>
            <a:pPr indent="0" marL="0">
              <a:buNone/>
            </a:pPr>
            <a:r>
              <a:rPr lang="en-US" sz="1500" dirty="0">
                <a:solidFill>
                  <a:srgbClr val="1E293B"/>
                </a:solidFill>
                <a:latin typeface="Calibri" pitchFamily="34" charset="0"/>
                <a:ea typeface="Calibri" pitchFamily="34" charset="-122"/>
                <a:cs typeface="Calibri" pitchFamily="34" charset="-120"/>
              </a:rPr>
              <a:t> brave.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soldiers </a:t>
            </a:r>
            <a:pPr indent="0" marL="0">
              <a:buNone/>
            </a:pPr>
            <a:r>
              <a:rPr lang="en-US" sz="1500" b="1" u="sng" dirty="0">
                <a:solidFill>
                  <a:srgbClr val="34B76F"/>
                </a:solidFill>
                <a:latin typeface="Calibri" pitchFamily="34" charset="0"/>
                <a:ea typeface="Calibri" pitchFamily="34" charset="-122"/>
                <a:cs typeface="Calibri" pitchFamily="34" charset="-120"/>
              </a:rPr>
              <a:t>haven’t</a:t>
            </a:r>
            <a:pPr indent="0" marL="0">
              <a:buNone/>
            </a:pPr>
            <a:r>
              <a:rPr lang="en-US" sz="1500" dirty="0">
                <a:solidFill>
                  <a:srgbClr val="1E293B"/>
                </a:solidFill>
                <a:latin typeface="Calibri" pitchFamily="34" charset="0"/>
                <a:ea typeface="Calibri" pitchFamily="34" charset="-122"/>
                <a:cs typeface="Calibri" pitchFamily="34" charset="-120"/>
              </a:rPr>
              <a:t> found anything.</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Ellen’s family </a:t>
            </a:r>
            <a:pPr indent="0" marL="0">
              <a:buNone/>
            </a:pPr>
            <a:r>
              <a:rPr lang="en-US" sz="1500" b="1" u="sng" dirty="0">
                <a:solidFill>
                  <a:srgbClr val="34B76F"/>
                </a:solidFill>
                <a:latin typeface="Calibri" pitchFamily="34" charset="0"/>
                <a:ea typeface="Calibri" pitchFamily="34" charset="-122"/>
                <a:cs typeface="Calibri" pitchFamily="34" charset="-120"/>
              </a:rPr>
              <a:t>isn’t</a:t>
            </a:r>
            <a:pPr indent="0" marL="0">
              <a:buNone/>
            </a:pPr>
            <a:r>
              <a:rPr lang="en-US" sz="1500" dirty="0">
                <a:solidFill>
                  <a:srgbClr val="1E293B"/>
                </a:solidFill>
                <a:latin typeface="Calibri" pitchFamily="34" charset="0"/>
                <a:ea typeface="Calibri" pitchFamily="34" charset="-122"/>
                <a:cs typeface="Calibri" pitchFamily="34" charset="-120"/>
              </a:rPr>
              <a:t> safe yet.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table   -   apple   -   simple   -   puddle   -   middle   -   bubble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prefix</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Has a suffix</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prefix</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table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apple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simple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Has a suffix</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puddle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middle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bubble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10</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Funeral</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un + safe. What does the prefix un- do to the word?</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say care + ful. What does the suffix -ful do?</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prefixes and suffixes when you read a novel? (Hint: you don’t need to look up every word.)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Evidence #1</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first evidence paragraph, using a specific moment from the book.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