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5, Day 2. Novel emoji: 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Use evidence + explanation: state the evidence, then explain in your own words why it proves your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10-minute timer. Craft move: Use evidence + explanation: state the evidence, then explain in your own words why it proves your claim.. Level-up: ⭐ Include one direct detail from the book  ⭐⭐ Use the phrase "This shows..."  ⭐⭐⭐ Explain why the evidence matters, not just what it is  ⭐⭐⭐⭐ Connect the evidence back to your exact claim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Reread your evidence paragraph. Add one sentence that explains WHY the evidence matters..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evidence sentence and the explanation that follows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Mrs. Frisby and the rats waited anxiously for a final, tense moment to arrive. Today: Watch the story build toward its most important moment. Big Q: Today, watch for how the author introduces Jeremy the crow. What does he say? What does he do? What kind of bird is he?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"Mrs. Frisby watched from just inside her front door."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"mrs frisby waited beside the warm chimney" Corrected: "Mrs. Frisby waited beside the warm chimney."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"mrs frisby waited beside the warm chimney" Corrected: "Mrs. Frisby waited beside the warm chimney."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vantage: A place from which you can see well — a good view. | thoughtfully: In a careful, considerate way — thinking about others. | conference: A meeting where people talk about an important topic. | patchwork: Something made of many small pieces put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"Justin climbed the cage." -&gt; Justin | "The Fitzgibbons ate dinner." -&gt; Fitzgibbons | "They escaped from NIMH." -&gt; NIMH.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"Justin climbed the cage." -&gt; Justin | "The Fitzgibbons ate dinner." -&gt; Fitzgibbons | "They escaped from NIMH." -&gt; NIMH.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Doubled the consonant: stopped, running, hopping | Did NOT double: jumped, walking, cleaned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Doubled the consonant: stopped, running, hopping | Did NOT double: jumped, walking, cleaned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RWM: "“Brutus, after swallowing Mr Ages’ medicine and resting for half an hour, had gone on his way into the forest to join the colony in Thorn Valley.”" Craft: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Theme Essay — Evidence #1 Focus: Write your first evidence paragraph, using one specific detail from the 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8FBF7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DAY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26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from the Door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🐭  Week 5  ·  Virtue: Ingenuity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“Mrs. Frisby watched from just inside her front door.”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novel: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"“Brutus, after swallowing Mr Ages’ medicine and resting for half...”"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piece of evidence from the book best supports your claim from yesterday?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piece of evidence from the book that supports your claim about how Mrs. Frisby changed. Write a paragraph explaining that evidence and why it matters.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evidence + explanation: state the evidence, then explain in your own words why it proves your claim.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62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Include one direct detail from the book  ⭐⭐ Use the phrase "This shows..."  ⭐⭐⭐ Explain why the evidence matters, not just what it is  ⭐⭐⭐⭐ Connect the evidence back to your exact claim sentence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565398"/>
            <a:ext cx="8046720" cy="1463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Reread your evidence paragraph. Add one sentence that explains WHY the evidence matters.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evidence sentence and the explanation that follows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Mrs. Frisby and the rats waited anxiously for a final, tense moment to arrive.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story build toward its most important moment.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watch for how the author introduces Jeremy the crow. What does he say? What does he do? What kind of bird is he?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keep noticing new characters as a story grows. Authors don't always tell you who a character is — they let the charac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Frisby watched from just inside her front door.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frisby waited beside the warm chimney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frisby waited beside the warm chimney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Frisby waited beside the warm chimney.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from which you can see well — a good view.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005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thoughtfully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131673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careful, considerate way — thinking about others.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78152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380488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meeting where people talk about an important topic.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978152"/>
            <a:ext cx="4069080" cy="954024"/>
          </a:xfrm>
          <a:prstGeom prst="roundRect">
            <a:avLst>
              <a:gd name="adj" fmla="val 958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0695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patchwork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380488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made of many small pieces put together.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Proper 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climbed the cage.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Fitzgibbons ate dinner.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escaped from NIMH.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Proper 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climbed the cage.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Fitzgibbons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ate dinner.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escaped from NIMH.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Doubling Final Consonant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  -   running   -   hopping   -   jumped   -   walking   -   cleaned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the consonant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double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Doubling Final Consonant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8FBF7A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the consonant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hopping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double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26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from the Door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feeling does the poet have for the mouse? Find one line that shows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Nicodemus could have kept Jonathan's story secret forever. Mrs. Frisby would never have known. He chooses to tell her the truth — about NIMH, about her husband, about how he died. Honesty hurts in that moment. It also frees 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Mrs. Frisby thinks of Brutus, Arthur, and the others going on to Thorn Valley. Does this ending feel happy, sad, or somewhere in between? Why?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Reader, Writer, Mimic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SENTENCE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F0E8FF"/>
          </a:solidFill>
          <a:ln w="1270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52144"/>
            <a:ext cx="8046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“Brutus, after swallowing Mr Ages’ medicine and resting for half an hour, had gone on his way into the forest to join the colony in Thorn Valley.”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24942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JOBS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87168"/>
            <a:ext cx="8412480" cy="531876"/>
          </a:xfrm>
          <a:prstGeom prst="roundRect">
            <a:avLst>
              <a:gd name="adj" fmla="val 17192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551176"/>
            <a:ext cx="265176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Reader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37560" y="2551176"/>
            <a:ext cx="530352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Brutus going, and what is he leaving behind? Does this feel like a happy ending or a sad one — or both?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092196"/>
            <a:ext cx="8412480" cy="531876"/>
          </a:xfrm>
          <a:prstGeom prst="roundRect">
            <a:avLst>
              <a:gd name="adj" fmla="val 1719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156204"/>
            <a:ext cx="265176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like a Writer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37560" y="3156204"/>
            <a:ext cx="530352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O'Brien build this sentence? Notice how the sentence is packed with action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69722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7612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37560" y="376123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sentence using the same pattern in your notebook.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8FBF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Essay — Evidence #1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first evidence paragraph, using one specific detail from the book.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2026-07-11T21:52:57Z</dcterms:created>
  <dcterms:modified xsi:type="dcterms:W3CDTF">2026-07-11T21:52:57Z</dcterms:modified>
</cp:coreProperties>
</file>