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20, Day 3.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Plant a detail early that will matter later — foreshadowing.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Plant a detail early that will matter later — foreshadowing..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sentence. Is it clear WHY this skill might matter later, even if you don’t say it directly?.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skill you planted and what it might foreshadow."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worked long, hard days for Miss Susan on the plantation. Today: Discover how Harriet secretly learned the woods and paths around her. Big Q: As you read, find the central idea by listening for what is REPEATED. School Days isn’t about a schoolhouse — so what kind of learning IS happening across the chapter?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learned the long paths through the woods."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old slaves sang quiet songs about the bright north star and the long journey" Corrected: "The old slaves sang quiet songs about the bright North Star and the long journey."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old slaves sang quiet songs about the bright north star and the long journey" Corrected: "The old slaves sang quiet songs about the bright North Star and the long journey."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ex — pand — to stretch out, get bigger | ex — press — to push out (express your feelings) | post — war — after the war | post — game — the part after the game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plantation: A large farm where one crop is grown (in the South, often using slave labor). | biography: A true book about someone’s life, written by another person. | extend: To stretch out or reach further. | postpone: To put off until a later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"Daddy Ben told Harriet old stories." -&gt; old | "The song had a slow rhythm." -&gt; slow | "She loved the silent forest." -&gt; silent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"Daddy Ben told Harriet old stories." -&gt; old | "The song had a slow rhythm." -&gt; slow | "She loved the silent forest." -&gt; silent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their, there, they're | TO / TOO / TWO: to, too, two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their, there, they're | TO / TOO / TWO: to, too, two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Notice &amp; Note
Focus: Add today’s new facts to your notes. Star anything that connects to your research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20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learning the woods matter later in Harriet’s life? What is Sterling hinting 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skill you learned that turned out to matter more later than you expected at the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 detail early that will matter later — foreshadowing.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804672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sentence. Is it clear WHY this skill might matter later, even if you don’t say it directly?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skill you planted and what it might foreshadow.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worked long, hard days for Miss Susan on the plantation.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how Harriet secretly learned the woods and paths around her.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read, find the central idea by listening for what is REPEATED. School Days isn’t about a schoolhouse — so what kind of learning IS happening across the chapter?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learned the long paths through the woods.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slaves sang quiet songs about the bright north star and the long journey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slaves sang quiet songs about the bright north star and the long journey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slaves sang quiet songs about the bright North Star and the long journey.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ex-, post-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 means out of or former. post- means after. Both prefixes show direction or time.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= ex- + it (go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ex- + tend (stretch out)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= post- + pone (put after)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= post- + script (written after)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pand — to stretch out, get bigger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press — to push out (express your feelings)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war — after the war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game — the part after the game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was born on the Brodas plantation in Maryland.”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plantation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farm where one crop is grown (in the South, often using slave labor).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“Freedom Train is Dorothy Sterling’s biography of Harriet Tubman.”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biography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book about someone’s life, written by another person.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plantation extended for hundreds of acres along the Bay.”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extend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 out or reach further.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postpone her chores, no matter how tired.”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postpone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off until a later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Daddy Ben told Harriet old stories.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 had a slow rhythm.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loved the silent forest.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Daddy Ben told Harriet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 had 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rhythm.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loved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forest.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  -   there   -   they're   -   to   -   too   -   two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their, there, they’re. They sound the same. But what does each MEAN?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to, too, two. Same sound. Three different meanings.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matter to spell these correctly? (Hint: a reader has to figure out which one you mean. Picking the right spelling does that for them.)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Notice &amp; Note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today’s new facts to your notes. Star anything that connects to your research question.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