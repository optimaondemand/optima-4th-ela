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slide: Week 6, Day 4. Novel emoji: 🐭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students 1 quiet minute to look/read closely before any talk.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Push toward naming the craft move: Reflect honestly on your own writing process, naming a specific strength and a specific challenge.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a 10-minute timer. Craft move: Reflect honestly on your own writing process, naming a specific strength and a specific challenge.. Level-up: ⭐ Name one thing you’re proud of  ⭐⭐ Name one thing that was hard  ⭐⭐⭐ Explain how you solved that hard part  ⭐⭐⭐⭐ Give one piece of advice to a future 4th grader writing this essay.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a 2-minute timer. Today's revision focus: No new revision today — reread your finished essay one last time and just enjoy it..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3-5 students. Keep sharing craft-focused: "Share what you’re most proud of in your finished essay."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1-minute close.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Recap: Yesterday, we typed our final essay drafts, reading each sentence aloud to check it sounded right. Today: Share your finished theme essay and celebrate your writing! Big Q: Lear's owl is silly and tender. Mrs. Frisby's owl is wise and a little frightening. How does each writer make us feel about their owl?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DOL model: "Mrs. Frisby saved her children in the cinderblock house."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Fix-it: "nicodemus led the rats to thorn valley" Corrected: "Nicodemus led the rats to Thorn Valley."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Fix-it: "nicodemus led the rats to thorn valley" Corrected: "Nicodemus led the rats to Thorn Valley."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Reading: Writing Workshop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Writing: Theme Essay — Publish &amp; Share Focus: Share your finished theme essay and celebrate a quarter of hard work!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E4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8FBF7A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400" kern="0" dirty="0">
                <a:solidFill>
                  <a:srgbClr val="8FB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  ·  DAY 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Workshop</a:t>
            </a:r>
            <a:endParaRPr lang="en-US" sz="3200" dirty="0"/>
          </a:p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Your Essay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🐭  Week 6  ·  Virtue: Ingenuity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C7922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6012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CLOSELY - 1 MINUTE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8229600" cy="1005840"/>
          </a:xfrm>
          <a:prstGeom prst="roundRect">
            <a:avLst>
              <a:gd name="adj" fmla="val 9091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435608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“Mrs. Frisby saved her children in the cinderblock house.”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8FBF7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8FBF7A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FB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 IT OVER - 2 MINUTES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97280"/>
            <a:ext cx="8412480" cy="1097280"/>
          </a:xfrm>
          <a:prstGeom prst="roundRect">
            <a:avLst>
              <a:gd name="adj" fmla="val 8333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18872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you most proud of in the essay you’ve written this week? Turn and talk.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EF6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749808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minutes - keep your pencil moving!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170432"/>
            <a:ext cx="822960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225296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Prompt: </a:t>
            </a:r>
            <a:pPr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short reflection: What are you most proud of in your Mrs. Frisby theme essay? What was the hardest part of writing it?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2121408"/>
            <a:ext cx="8229600" cy="655320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15875">
            <a:solidFill>
              <a:srgbClr val="8B6FC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2176272"/>
            <a:ext cx="7863840" cy="545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craft move: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 honestly on your own writing process, naming a specific strength and a specific challenge.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868168"/>
            <a:ext cx="8046720" cy="6240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Level-Up (optional): ⭐ Name one thing you’re proud of  ⭐⭐ Name one thing that was hard  ⭐⭐⭐ Explain how you solved that hard part  ⭐⭐⭐⭐ Give one piece of advice to a future 4th grader writing this essay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48640" y="3565398"/>
            <a:ext cx="8046720" cy="1463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writing the whole time. If you get stuck, reread the prompt or write "I am thinking..." until a new idea comes.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8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4008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12344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minutes - improve ONE specific thing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097280" y="1828800"/>
            <a:ext cx="694944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34B76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280160" y="1901952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revision task: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new revision today — reread your finished essay one last time and just enjoy it.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97280" y="2788920"/>
            <a:ext cx="694944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280160" y="288036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 - revision is about ideas, not spelling:
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Circle your strongest sentence
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Replace one weak verb with a precise one
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Add one detail, or cut one you do not need
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Improve your opening line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3152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13258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2-3 minutes - celebrate a craft move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371600" y="1965960"/>
            <a:ext cx="64008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554480" y="2029968"/>
            <a:ext cx="60350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what you’re most proud of in your finished essay.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371600" y="3017520"/>
            <a:ext cx="64008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554480" y="3090672"/>
            <a:ext cx="6035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your hand, or paste it in the chat.
</a:t>
            </a:r>
            <a:pPr indent="0" marL="0">
              <a:spcAft>
                <a:spcPts val="200"/>
              </a:spcAft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writer's craft move counts - there are no wrong answers.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34B76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8229600" cy="1280160"/>
          </a:xfrm>
          <a:prstGeom prst="roundRect">
            <a:avLst>
              <a:gd name="adj" fmla="val 7143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14300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did you do today that made your writing stronger?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48640" y="24688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and tell a partner, or jot one sentence in your writing notebook.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 + Today's Focus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8FBF7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8FBF7A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YESTERDAY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749808"/>
          </a:xfrm>
          <a:prstGeom prst="roundRect">
            <a:avLst>
              <a:gd name="adj" fmla="val 12195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1704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Yesterday, we typed our final essay drafts, reading each sentence aloud to check it sounded right.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" y="193852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FB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194560"/>
            <a:ext cx="8412480" cy="713232"/>
          </a:xfrm>
          <a:prstGeom prst="roundRect">
            <a:avLst>
              <a:gd name="adj" fmla="val 12821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2286000"/>
            <a:ext cx="7863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your finished theme essay and celebrate your writing!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65760" y="303580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QUESTION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3291840"/>
            <a:ext cx="8412480" cy="749808"/>
          </a:xfrm>
          <a:prstGeom prst="roundRect">
            <a:avLst>
              <a:gd name="adj" fmla="val 12195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94360" y="3383280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Lear's owl is silly and tender. Mrs. Frisby's owl is wise and a little frightening. How does each writer make us feel about their owl?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65760" y="416966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LENS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44074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Oral Language - Study What's Right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8FBF7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MODEL - FROM THE TEXT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E8F8EF"/>
          </a:solidFill>
          <a:ln w="12700">
            <a:solidFill>
              <a:srgbClr val="34B76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1887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Mrs. Frisby saved her children in the cinderblock house.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002536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Circle: capitals, quotation marks, punctuation, proper nouns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459736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this sentence in your journal. Circle one thing you notice.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Oral Language - Fix It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8FBF7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8FBF7A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FIXING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685800"/>
          </a:xfrm>
          <a:prstGeom prst="roundRect">
            <a:avLst>
              <a:gd name="adj" fmla="val 13333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1887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nicodemus led the rats to thorn valley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1911096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the corrected sentence in your notebook.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Oral Language - Fix It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8FBF7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8FBF7A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FIXING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685800"/>
          </a:xfrm>
          <a:prstGeom prst="roundRect">
            <a:avLst>
              <a:gd name="adj" fmla="val 13333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1887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nicodemus led the rats to thorn valley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1911096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the corrected sentence in your notebook.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65760" y="2350008"/>
            <a:ext cx="8412480" cy="708660"/>
          </a:xfrm>
          <a:prstGeom prst="roundRect">
            <a:avLst>
              <a:gd name="adj" fmla="val 12903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2404872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CORRECTED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" y="2697480"/>
            <a:ext cx="786384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Nicodemus led the rats to Thorn Valley.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- Writing Workshop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8FBF7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412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i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Your Essay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FOCUS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novel and read carefully.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Writer's Workshop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8FBF7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STAGE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42416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33856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Essay — Publish &amp; Share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65760" y="182880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FOCUS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0848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your finished theme essay and celebrate a quarter of hard work!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2026-07-11T21:52:57Z</dcterms:created>
  <dcterms:modified xsi:type="dcterms:W3CDTF">2026-07-11T21:52:57Z</dcterms:modified>
</cp:coreProperties>
</file>