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25, Day 4.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End your piece with a strong, specific sentence that sums up why this person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End your piece with a strong, specific sentence that sums up why this person matters..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Read your whole published piece once more. Does the ending sentence feel like a strong close?.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the final sentence of your published piece."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pulled together everything multiple sources taught us about Harriet. Today: Publish your research writing about Harriet Tubman’s legacy. Big Q: Hughes wrote this poem about claiming a place at America’s table. How does this poem connect to what you’ve learned about Harriet Tubman this unit?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"Harriet planned the route , gathered the scouts , and led the raid under cover of darkness 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"harriet planed the route gathered the scouts and lead the raid under cover of darkness" Corrected: "Harriet planned the route, gathered the scouts, and led the raid under cover of darkness."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"harriet planed the route gathered the scouts and lead the raid under cover of darkness" Corrected: "Harriet planned the route, gathered the scouts, and led the raid under cover of darkness."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gallant: Brave and heroic, especially in battle. The newspaper called Montgomery’s soldiers a “gallant band.” | commissary: A store or supply depot, especially for an army. The raid destroyed “millions of dollars worth of commissary stores.” | contraband: During the Civil War, enslaved people who escaped to Union lines were called “contrabands.” Tubman used this word with bitter irony — calling people “livestock.” | rebeldom: The territory or world of the rebels (the Confederacy). The newspaper said the raid struck “terror to the heart of rebeldom.”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(text): When you list three or more items in a sentence, you use commas in a series (also called the serial comma or Oxford comma) to keep your ideas clear. |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spotter: "Harriet lead the raid along the Combahee River." -&gt; lead | "The soldiers destroyed there cotton and supplies." -&gt; there | "Harriet was braver then anyone had expected." -&gt; then | "Its clear that Tubman changed history." -&gt; 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spotter: "Harriet lead the raid along the Combahee River." -&gt; lead | "The soldiers destroyed there cotton and supplies." -&gt; there | "Harriet was braver then anyone had expected." -&gt; then | "Its clear that Tubman changed history." -&gt; 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Sources, Day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Publish Week
Focus: Finish revising and publish your research essay on Harriet Tubman’s legacy.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25  ·  DAY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Day 4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Publish: Harriet’s Legacy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25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last day of research writing this unit. Which detail from all your sources feels most important to include in your published piece?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final sentence of your published research piece about Harriet Tubman’s legacy, using a series of three parallel actions if you can.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your piece with a strong, specific sentence that sums up why this person matters.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whole published piece once more. Does the ending sentence feel like a strong close?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final sentence of your published piece.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pulled together everything multiple sources taught us about Harriet.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your research writing about Harriet Tubman’s legacy.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Hughes wrote this poem about claiming a place at America’s table. How does this poem connect to what you’ve learned about Harriet Tubman this unit?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planned the route , gathered the scouts , and led the raid under cover of darkness 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360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932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planed the route gathered the scouts and lead the raid under cover of darkness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planed the route gathered the scouts and lead the raid under cover of darkness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planned the route, gathered the scouts, and led the raid under cover of darkness.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138428"/>
          </a:xfrm>
          <a:prstGeom prst="roundRect">
            <a:avLst>
              <a:gd name="adj" fmla="val 803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gallant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379476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 and heroic, especially in battle. The newspaper called Montgomery’s soldiers a “gallant band.”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1138428"/>
          </a:xfrm>
          <a:prstGeom prst="roundRect">
            <a:avLst>
              <a:gd name="adj" fmla="val 803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commissary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316736"/>
            <a:ext cx="379476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store or supply depot, especially for an army. The raid destroyed “millions of dollars worth of commissary stores.”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162556"/>
            <a:ext cx="4069080" cy="1322832"/>
          </a:xfrm>
          <a:prstGeom prst="roundRect">
            <a:avLst>
              <a:gd name="adj" fmla="val 691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25399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contraband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564892"/>
            <a:ext cx="3794760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Civil War, enslaved people who escaped to Union lines were called “contrabands.” Tubman used this word with bitter irony — calling people “livestock.”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162556"/>
            <a:ext cx="4069080" cy="1322832"/>
          </a:xfrm>
          <a:prstGeom prst="roundRect">
            <a:avLst>
              <a:gd name="adj" fmla="val 691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25399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rebeldom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564892"/>
            <a:ext cx="3794760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territory or world of the rebels (the Confederacy). The newspaper said the raid struck “terror to the heart of rebeldom.”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60704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704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list three or more items in a sentence, you use commas in a series (also called the serial comma or Oxford comma) to keep your ideas clear.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ERROR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lead the raid along the Combahee River.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88366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soldiers destroyed there cotton and supplies.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596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was braver then anyone had expected.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101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clear that Tubman changed history.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word that is WRONG. Write the correct spelling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raid along the Combahee River.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88366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soldiers destroyed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cotton and supplies.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596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was braver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anyone had expected.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101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clear that Tubman changed history.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Sources, Day 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Publish: Harriet’s Legacy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Harriet fought for a seat at that table — literally and figuratively. What would she say if she read this poem?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How has comparing accounts changed the way I think about what I read?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4728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5387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1. You’ve now read a novel about Tubman AND real historical documents. How did the primary sources change or deepen what you understood from the novel?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Publish Week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revising and publish your research essay on Harriet Tubman’s legacy.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