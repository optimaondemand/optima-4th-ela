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20, Day 2.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Follow a plain fact with a detail that makes the reader want to know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Follow a plain fact with a detail that makes the reader want to know more..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Check: does your second sentence add something new, or just repeat the first?.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the detail you added that makes readers curious."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met Harriet as a young girl in Maryland in 1827. Today: Find out what Harriet’s work was like on the plantation. Big Q: As you read today, turn the chapter’s facts into organized notes. Who? What? Where? When? Why does each detail matter to Sterling’s portrait of Harriet?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"Harriet worked for Miss Susan on the plantation."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"miss susan beat the small slave girl but the brave child kept her chin up" Corrected: "Miss Susan beat the small slave girl, but the brave child kept her chin up."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"miss susan beat the small slave girl but the brave child kept her chin up" Corrected: "Miss Susan beat the small slave girl, but the brave child kept her chin up."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conform — — to shape together; to fit in | reform — — to shape again | reflect — — to bend back (light, or thought) | flex — ible — able to bend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plantation: A large farm where one crop is grown (in the South, often using slave labor). | biography: A true book about someone’s life, written by another person. | extend: To stretch out or reach further. | postpone: To put off until a later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"Miss Susan had a sharp voice." -&gt; sharp | "The kitchen smelled of warm bread." -&gt; warm | "Harriet wore a thin cotton dress." -&gt; thin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"Miss Susan had a sharp voice." -&gt; sharp | "The kitchen smelled of warm bread." -&gt; warm | "Harriet wore a thin cotton dress." -&gt; thin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THEIR / THERE / THEY’RE: Harriet, Susan, Philadelphia | TO / TOO / TWO: underground, railroad, escape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THEIR / THERE / THEY’RE: Harriet, Susan, Philadelphia | TO / TOO / TWO: underground, railroad, escape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Notice &amp; Note
Focus: Take organized notes as you read: Who? What? Where? When? Why does it matter?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20  ·  DAY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the Plantation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20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sentence NOT tell us that we might want to know? What questions does it raise?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describing a job or chore you do, in the same plain style — then add one sentence with a detail that raises a question.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plain fact with a detail that makes the reader want to know more.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does your second sentence add something new, or just repeat the first?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detail you added that makes readers curious.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met Harriet as a young girl in Maryland in 1827.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what Harriet’s work was like on the plantation.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turn the chapter’s facts into organized notes. Who? What? Where? When? Why does each detail matter to Sterling’s portrait of Harriet?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worked for Miss Susan on the plantation.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susan beat the small slave girl but the brave child kept her chin 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susan beat the small slave girl but the brave child kept her chin 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Susan beat the small slave girl, but the brave child kept her chin up.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Prefixes: ex-, post-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 means out of or former. post- means after. Both prefixes show direction or time.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= ex- + it (go out)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= ex- + tend (stretch out)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postpone = post- + pone (put after)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postscript = post- + script (written after)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7706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 — — to shape together; to fit 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27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 — — to shape again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685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— — to bend back (light, or thought)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142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— ible — able to bend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was born on the Brodas plantation in Maryland.”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plantation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farm where one crop is grown (in the South, often using slave labor).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“Freedom Train is Dorothy Sterling’s biography of Harriet Tubman.”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biography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true book about someone’s life, written by another person.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plantation extended for hundreds of acres along the Bay.”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➡️  extend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19430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stretch out or reach further.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38506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could not postpone her chores, no matter how tired.”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postpone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19430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off until a later time.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Susan had a sharp voice.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 smelled of warm bread.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wore a thin cotton dress.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Susan had a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 smelled of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bread.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wore a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cotton dress.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Syllable Division in Names &amp; Historical Terms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  -   Susan   -   Philadelphia   -   underground   -   railroad   -   escape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/ THERE / THEY’RE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/ TOO / TWO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Syllable Division in Names &amp; Historical Terms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/ THERE / THEY’RE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/ TOO / TWO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underground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railroad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the Plantation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Say their, there, they’re. They sound the same. But what does each MEAN?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Say to, too, two. Same sound. Three different meanings.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does it matter to spell these correctly? (Hint: a reader has to figure out which one you mean. Picking the right spelling does that for them.)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Notice &amp; Note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organized notes as you read: Who? What? Where? When? Why does it matter?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