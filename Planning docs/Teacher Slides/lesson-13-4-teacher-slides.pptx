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13,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and justify a conclusion that restates the claim without repeating it word-for-word.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Explain and justify a conclusion that restates the claim without repeating it word-for-word.. Level-up: ⭐ Restate the claim in new words  ⭐⭐ Explain why the growth matters  ⭐⭐⭐ Connect back to your strongest piece of evidence  ⭐⭐⭐⭐ End on a memorable final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Compare your conclusion to your claim from Day 1. Do they say related things in DIFFERENT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essay’s conclusion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the pass list for the Queen’s entrance exam was posted. Today: Celebrate Anne officially becoming a Queen’s girl. Big Q: Anne names ordinary places with extraordinary names — The White Way of Delight, Lake of Shining Waters. What ordinary place in your life might you rename,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is a Queen’s girl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was homesick on her first night her room felt strange and small" Corrected: "Anne was homesick on her first night. Her room felt strange and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was homesick on her first night her room felt strange and small" Corrected: "Anne was homesick on her first night. Her room felt strange and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ambition, composure, broadminded, tactful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-er / -est (or irregular): smarter, biggest, better | more / most: more dignified, most generous, more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-er / -est (or irregular): smarter, biggest, better | more / most: more dignified, most generous, more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Conclusion
Focus: Draft your conclusion, restating your claim in new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13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34</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Queen's Girl</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13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is a Queen’s girl now.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is a good way to end an essay about how a character changed, without just repeating your claim word-for-word?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Draft your essay’s conclusion: restate your claim in new words and explain why Anne’s growth matters to the story as a whole.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and justify a conclusion that restates the claim without repeating it word-for-word.</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Restate the claim in new words  ⭐⭐ Explain why the growth matters  ⭐⭐⭐ Connect back to your strongest piece of evidence  ⭐⭐⭐⭐ End on a memorable final sentence</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Compare your conclusion to your claim from Day 1. Do they say related things in DIFFERENT words?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essay’s conclusion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the pass list for the Queen’s entrance exam was posted.</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Celebrate Anne officially becoming a Queen’s girl.</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names ordinary places with extraordinary names — The White Way of Delight, Lake of Shining Waters. What ordinary place in your life might you rename, and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is a Queen’s girl now.</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was homesick on her first night her room felt strange and small</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was homesick on her first night her room felt strange and small</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was homesick on her first night. Her room felt strange and small.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ambition   -   composure   -   broadminded   -   tactful</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Comparative &amp; Superlative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smarter   -   biggest   -   better   -   more dignified   -   most generous   -   more sensible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-er / -est (or irregular)</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more / most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Comparative &amp; Superlative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-er / -est (or irregular)</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smarter</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biggest</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better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more / most</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more dignified</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most generous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more sensible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34</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Queen's Girl</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In Ch. 34, on the night before Anne leaves for Queen’s, Marilla cries because the girl she loves is going away. Anne sits down on Marilla’s lap, takes her face in both hands, and says: “I’m not a bit changed — not really. I’m only just pruned down and branched out. The real me — back here — is just the same.” Anne has grown two inches. She is quieter. She uses smaller words. She is leaving for the city. But the part of her that loves Marilla and Matthew and Green Gables — that part is still right there. Knowing that is what makes her ready to go.</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across Ch. 1–5: Who is Anne? What three details show what makes her voice distinctive?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On the night before Anne leaves, she sits on Marilla’s lap and says, “The real me — back here — is just the same.” What is she trying to assure Marilla — and herself — of?</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Conclusion</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Draft your conclusion, restating your claim in new words.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