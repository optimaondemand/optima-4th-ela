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10, Day 1. Novel emoji: 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Define dramatic irony: letting the reader sense trouble before the character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12-minute timer. Craft move: Define dramatic irony: letting the reader sense trouble before the character does.. Level-up: ⭐ Use the "what she thinks is" phrase  ⭐⭐ Show the character’s good intentions clearly  ⭐⭐⭐ Add a small clue for the reader  ⭐⭐⭐⭐ Do not reveal the mistake yet — end on the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Find a moment where your character makes a mistake. Add a clue earlier in your story that hints at it..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your dramatic-irony setup and tell us what clue you hid for the reader."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Last week, a small disagreement caused a "tempest" in the schoolroom. Today: See what happens when Anne invites Diana over for a special treat. Big Q: As you read today, watch for the setting, the characters, and the first surprise. What kind of place is Avonlea? Who is Mrs. Rachel Lynde? What does she notice?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"Anne pours Diana a glass of what she thinks is cordial."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"anne carries the bottle to the sitting room she pours diana a drink" Corrected: "Anne carries the bottle to the sitting room. She pours Diana a drink."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"anne carries the bottle to the sitting room she pours diana a drink" Corrected: "Anne carries the bottle to the sitting room. She pours Diana a drink."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il — legal — not allowed by the rules or law | ir — regular — not following the usual pattern | im — possible — not able to happen | in — correct — not right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cordial: Warmly friendly. (Also: a sweet drink offered to friends.) | relent: To soften; to become less harsh; to change one’s mind. | inexorable: Refusing to give in or change; unable to be moved by pleading.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"Anne runs down the hallway." -&gt; runs | "Marilla sees the brooch on the shawl." -&gt; sees | "Diana hugs her bosom friend." -&gt; hugs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"Anne runs down the hallway." -&gt; runs | "Marilla sees the brooch on the shawl." -&gt; sees | "Diana hugs her bosom friend." -&gt; hugs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Hard c / hard g: cordial, garden | Soft c / soft g: cellar, gentle, courage, ginger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Hard c / hard g: cordial, garden | Soft c / soft g: cellar, gentle, courage, ginger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Realistic Fiction — Facing a Mistake
Focus: Write the setup to a mistake your character makes with good intentions.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8BB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Is Invited to Tea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Week 10  ·  Virtue: Imagination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pours Diana a glass of what she thinks is cordial.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"Anne pours Diana a glass of what she thinks is cordial."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phrase "what she thinks is" warn the reader about, before anything even goes wrong?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setup to a funny mistake — a moment where your character is about to do something with good intentions, but the reader can already sense it will go wrong. Use a "what she thinks is ___" phrase.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31136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dramatic irony: letting the reader sense trouble before the character does.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23032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Use the "what she thinks is" phrase  ⭐⭐ Show the character’s good intentions clearly  ⭐⭐⭐ Add a small clue for the reader  ⭐⭐⭐⭐ Do not reveal the mistake yet — end on the setup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20262"/>
            <a:ext cx="8046720" cy="140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moment where your character makes a mistake. Add a clue earlier in your story that hints at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dramatic-irony setup and tell us what clue you hid for the reader.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a small disagreement caused a "tempest" in the schoolroom.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happens when Anne invites Diana over for a special treat.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characters, and the first surprise. What kind of place is Avonlea? Who is Mrs. Rachel Lynde? What does she notice?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pours Diana a glass of what she thinks is cordial.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carries the bottle to the sitting room she pours diana a drink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carries the bottle to the sitting room she pours diana a drink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carries the bottle to the sitting room. She pours Diana a drink.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il-, ir-, im-, in-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four prefixes all mean the SAME thing: not. Which one to use depends on the letter that starts the root word. il- goes before l (illegal). ir- goes before r (irregular). im- goes before b, m, or p (impossible). in- goes before most other letters (incorrect).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= il- + legal (not legal)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= ir- + regular (not regular)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= im- + possible (not possible)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= in- + correct (not correct)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— legal — not allowed by the rules or law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— regular — not following the usual pattern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— possible — not able to happen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— correct — not right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“Mrs. Barry had been cordial to Anne before the misunderstanding.”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🍷  cordial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Warmly friendly. (Also: a sweet drink offered to friends.)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“Anne hoped Mrs. Barry would relent and let Diana come back.”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relent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soften; to become less harsh; to change one’s mind.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184910"/>
          </a:xfrm>
          <a:prstGeom prst="roundRect">
            <a:avLst>
              <a:gd name="adj" fmla="val 7717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“But Marilla was inexorable. Anne marched.”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70738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inexorable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18282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to give in or change; unable to be moved by pleading.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Present-Tense Verbs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runs down the hallway.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sees the brooch on the shawl.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hugs her bosom friend.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Present-Tense Verbs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the hallway.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brooch on the shawl.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bosom friend.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Hard &amp; Soft c and 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cordial   -   garden   -   cellar   -   gentle   -   courage   -   ginger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 / hard 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 / soft g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Hard &amp; Soft c and 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106424"/>
          </a:xfrm>
          <a:prstGeom prst="roundRect">
            <a:avLst>
              <a:gd name="adj" fmla="val 8264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 / hard 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024128"/>
            <a:ext cx="4114800" cy="1801368"/>
          </a:xfrm>
          <a:prstGeom prst="roundRect">
            <a:avLst>
              <a:gd name="adj" fmla="val 507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 / soft 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505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ginger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Is Invited to Tea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A: say each word out loud. What sound does the c make? What sound does the g make? Now look at the very next letter after the c or 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B: say each word out loud. What sound does the c make now? What does the g make? Look at the next letter again.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Compare. In Group A the c says /k/ and the g says /g/. In Group B the c says /s/ and the g says /j/. Which letters come AFTER c or g in each group?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Fiction — Facing a Mistake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setup to a mistake your character makes with good intentions.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2026-07-11T22:13:20Z</dcterms:created>
  <dcterms:modified xsi:type="dcterms:W3CDTF">2026-07-11T22:13:20Z</dcterms:modified>
</cp:coreProperties>
</file>