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11,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 "list of three qualities" sentence structure to introduce a new character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Apply a "list of three qualities" sentence structure to introduce a new character efficiently.. Level-up: ⭐ Include three qualities  ⭐⭐ Make them specific, not generic (kind, nice)  ⭐⭐⭐ End with why those qualities matter  ⭐⭐⭐⭐ Make the sentence flow as one smooth idea, not a choppy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character introduction in your draft. Make sure it includes at least two specific, non-generic qualities..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three-quality character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was invited out to tea, a big event for her. Today: Meet Miss Stacy, the new teacher, and her plans for a concert. Big Q: In Ch. 25, Matthew — the shyest man in Avonlea — walks into a strange store and tries to buy Anne a dress. He is so flustered by the lady clerk that he buys a garden rake and 20 pounds of brown sugar by mistake. Then he asks Mrs. Lynde for help. On Christmas morning, Anne unwraps a soft brown dress with the puffed sleeves she has longed for since Ch. 11. Matthew, who barely speaks, has been watching Anne all year. He saw what she wanted most. He saw it, and he did the bravest thing he could to give it to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"Miss Stacy will teach the class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"miss stacy will take us to the woods on friday she taught the lesson well" Corrected: "Miss Stacy will take us to the woods on Friday. She taught the lesson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"miss stacy will take us to the woods on friday she taught the lesson well" Corrected: "Miss Stacy will take us to the woods on Friday. She taught the lesson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de — crease — to make smaller; to go down in amount | anti — septic — something that fights against germs | de — fend — to protect from; to push attack away | de — flate — to let the air out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kindred: Mrs. Allan and Anne became _____ spirits the moment they met. | precarious: The ridgepole was a _____ place to walk — high and narrow. | vivacious: Anne’s dimples appeared on her _____ face when she smiled.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"Miss Stacy will teach us about birds." -&gt; will | "Anne recited the poem beautifully." -&gt; recited | "Diana will sing at the concert." -&gt;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"Miss Stacy will teach us about birds." -&gt; will | "Anne recited the poem beautifully." -&gt; recited | "Diana will sing at the concert." -&gt;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"“Miss Stacy was a bright, sympathetic young woman with the happy gift of winning and holding the affections of her pupils.”"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A Turning Point
Focus: Introduce a new mentor or teacher figure who believes in your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11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Miss Stacy and the Concert</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11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Miss Stacy will teach the class on Friday.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"Miss Stacy was a bright, sympathetic young woman with the happy gift of winning and holding the affections of her pupils."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How many specific qualities does this one sentence pack in about a new character?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character introduction sentence that packs in three specific qualities, the way the mentor sentence introduces Miss Stacy.</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 "list of three qualities" sentence structure to introduce a new character efficiently.</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Include three qualities  ⭐⭐ Make them specific, not generic (kind, nice)  ⭐⭐⭐ End with why those qualities matter  ⭐⭐⭐⭐ Make the sentence flow as one smooth idea, not a choppy list</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character introduction in your draft. Make sure it includes at least two specific, non-generic qualities.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three-quality character introduction.</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was invited out to tea, a big event for her.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Meet Miss Stacy, the new teacher, and her plans for a concert.</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In Ch. 25, Matthew — the shyest man in Avonlea — walks into a strange store and tries to buy Anne a dress. He is so flustered by the lady clerk that he buys a garden rake and 20 pounds of brown sugar by mistake. Then he asks Mrs. Lynde for help. On Christmas morning, Anne unwraps a soft brown dress with the puffed sleeves she has longed for since Ch. 11. Matthew, who barely speaks, has been watching Anne all year. He saw what she wanted most. He saw it, and he did the bravest thing he could to give it to her.</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Miss Stacy will teach the class on Friday.</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miss stacy will take us to the woods on friday she taught the lesson well</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miss stacy will take us to the woods on friday she taught the lesson well</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Miss Stacy will take us to the woods on Friday. She taught the lesson well.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anti-, de-</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prefixes show direction or opposition. anti- means against or opposite to. de- means away from, down, or reduce. Both prefixes change a word’s meaning in a clear, directional way.</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antifreeze = anti- + freeze (against freezing)</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antibody = anti- + body (a body cell that fights against germs)</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depart = de- + part (to go away)</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descend = de- + scend (to go down)</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 — crease — to make smaller; to go down in amount</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anti — septic — something that fights against germs</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 — fend — to protect from; to push attack away</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 — flate — to let the air out of</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Allan and Anne became _____ spirits the moment they met.</a:t>
            </a:r>
            <a:endParaRPr lang="en-US" sz="1050" dirty="0"/>
          </a:p>
        </p:txBody>
      </p:sp>
      <p:sp>
        <p:nvSpPr>
          <p:cNvPr id="7" name="Text 5"/>
          <p:cNvSpPr/>
          <p:nvPr/>
        </p:nvSpPr>
        <p:spPr>
          <a:xfrm>
            <a:off x="45720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kindred</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ridgepole was a _____ place to walk — high and narrow.</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precarious</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Anne’s dimples appeared on her _____ face when she smiled.</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vivacious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Past &amp; Future 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Miss Stacy will teach us about birds.</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recited the poem beautifully.</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will sing at the concert.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Past &amp; Future 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Miss Stacy </a:t>
            </a:r>
            <a:pPr indent="0" marL="0">
              <a:buNone/>
            </a:pPr>
            <a:r>
              <a:rPr lang="en-US" sz="1500" b="1" u="sng" dirty="0">
                <a:solidFill>
                  <a:srgbClr val="34B76F"/>
                </a:solidFill>
                <a:latin typeface="Calibri" pitchFamily="34" charset="0"/>
                <a:ea typeface="Calibri" pitchFamily="34" charset="-122"/>
                <a:cs typeface="Calibri" pitchFamily="34" charset="-120"/>
              </a:rPr>
              <a:t>will</a:t>
            </a:r>
            <a:pPr indent="0" marL="0">
              <a:buNone/>
            </a:pPr>
            <a:r>
              <a:rPr lang="en-US" sz="1500" dirty="0">
                <a:solidFill>
                  <a:srgbClr val="1E293B"/>
                </a:solidFill>
                <a:latin typeface="Calibri" pitchFamily="34" charset="0"/>
                <a:ea typeface="Calibri" pitchFamily="34" charset="-122"/>
                <a:cs typeface="Calibri" pitchFamily="34" charset="-120"/>
              </a:rPr>
              <a:t> teach us about birds.</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recited</a:t>
            </a:r>
            <a:pPr indent="0" marL="0">
              <a:buNone/>
            </a:pPr>
            <a:r>
              <a:rPr lang="en-US" sz="1500" dirty="0">
                <a:solidFill>
                  <a:srgbClr val="1E293B"/>
                </a:solidFill>
                <a:latin typeface="Calibri" pitchFamily="34" charset="0"/>
                <a:ea typeface="Calibri" pitchFamily="34" charset="-122"/>
                <a:cs typeface="Calibri" pitchFamily="34" charset="-120"/>
              </a:rPr>
              <a:t> the poem beautifully.</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a:t>
            </a:r>
            <a:pPr indent="0" marL="0">
              <a:buNone/>
            </a:pPr>
            <a:r>
              <a:rPr lang="en-US" sz="1500" b="1" u="sng" dirty="0">
                <a:solidFill>
                  <a:srgbClr val="34B76F"/>
                </a:solidFill>
                <a:latin typeface="Calibri" pitchFamily="34" charset="0"/>
                <a:ea typeface="Calibri" pitchFamily="34" charset="-122"/>
                <a:cs typeface="Calibri" pitchFamily="34" charset="-120"/>
              </a:rPr>
              <a:t>will</a:t>
            </a:r>
            <a:pPr indent="0" marL="0">
              <a:buNone/>
            </a:pPr>
            <a:r>
              <a:rPr lang="en-US" sz="1500" dirty="0">
                <a:solidFill>
                  <a:srgbClr val="1E293B"/>
                </a:solidFill>
                <a:latin typeface="Calibri" pitchFamily="34" charset="0"/>
                <a:ea typeface="Calibri" pitchFamily="34" charset="-122"/>
                <a:cs typeface="Calibri" pitchFamily="34" charset="-120"/>
              </a:rPr>
              <a:t> sing at the concert.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24</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Miss Stacy and the Concert</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Miss Stacy spells Anne’s name correctly — with an e. Why is this small detail so important to Anne after years of being misnamed?</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“Miss Stacy was a bright, sympathetic young woman with the happy gift of winning and holding the affections of her pupils.”</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kind of teacher is Miss Stacy? Pick TWO words from the sentence that especially show what makes her good at her job.</a:t>
            </a:r>
            <a:endParaRPr lang="en-US" sz="1200" dirty="0"/>
          </a:p>
        </p:txBody>
      </p:sp>
      <p:sp>
        <p:nvSpPr>
          <p:cNvPr id="11" name="Shape 9"/>
          <p:cNvSpPr/>
          <p:nvPr/>
        </p:nvSpPr>
        <p:spPr>
          <a:xfrm>
            <a:off x="365760" y="3060192"/>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chain of describing words</a:t>
            </a:r>
            <a:endParaRPr lang="en-US" sz="1200" dirty="0"/>
          </a:p>
        </p:txBody>
      </p:sp>
      <p:sp>
        <p:nvSpPr>
          <p:cNvPr id="14" name="Shape 12"/>
          <p:cNvSpPr/>
          <p:nvPr/>
        </p:nvSpPr>
        <p:spPr>
          <a:xfrm>
            <a:off x="365760" y="368198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74599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74599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A Turning Point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Introduce a new mentor or teacher figure who believes in your character.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