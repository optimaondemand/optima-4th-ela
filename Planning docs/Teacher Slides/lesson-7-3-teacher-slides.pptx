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7, Day 3. Novel emoji: 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Apply short, urgent sentences to show a character’s desperate feeling.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12-minute timer. Craft move: Apply short, urgent sentences to show a character’s desperate feeling.. Level-up: ⭐ Use one short sentence for urgency  ⭐⭐ Use two in a row  ⭐⭐⭐ Add one physical detail (tears, shaking hands)  ⭐⭐⭐⭐ End on the shortest, punchiest sentence in the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Find your most emotional moment. Try shortening one sentence there for more impact..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"Read the short, urgent sentence you used to show your character’s desperation."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Matthew was surprised to find a talkative orphan girl waiting for him at the station instead of the boy the Cuthberts expected. Today: Follow Marilla as she decides what to do about Anne. Big Q: Anne arrives at Green Gables with nothing — no parents, no home of her own, and the news she might be sent back. But on the drive from the train station, she renames a plain road "The White Way of Delight" and a small pond "The Lake of Shining Waters." Her life is hard. Her imagination makes it bearable. It even makes it beautiful.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""You don’t want me because I’m not a boy!""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"you cant send me back i need a home she wept" Corrected: "“You can’t send me back! I need a home,” she wept."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"you cant send me back i need a home she wept" Corrected: "“You can’t send me back! I need a home,” she wept."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com — fortable — feeling at ease (fully strong) | con — fess — to tell the truth (with another) | con — tent — pleased; satisfied | com — panion — one who goes with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placidly: Matthew drove _____ over the hollow toward the train station. | imagine: Anne loved to _____ that an ordinary tree was a fairy queen. | companion: Matthew's _____ on the buggy ride was a talkative red-haired girl.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"Two children walked with Anne." -&gt; children | "The mice hid in the hay." -&gt; mice | "Five women met at Mrs. Lynde's." -&gt; women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"Two children walked with Anne." -&gt; children | "The mice hid in the hay." -&gt; mice | "Five women met at Mrs. Lynde's." -&gt; women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Chapters 3-4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RWM: "“She could not stand still; she had to do something.”"
Craft: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Realistic Fiction — Character Sketch
Focus: Write a moment where your character worries they might not be allowed to stay.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8BB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3-4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Decides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Week 7  ·  Virtue: Imagination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can’t send me back — I need a home," she wept.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could not stand still; she had to do something."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character want more than anything in this moment? How can you tell?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scene where a character pleads for something they desperately need. Use short sentences to show their urgency, the way this week’s mentor sentence does.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short, urgent sentences to show a character’s desperate feeling.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Use one short sentence for urgency  ⭐⭐ Use two in a row  ⭐⭐⭐ Add one physical detail (tears, shaking hands)  ⭐⭐⭐⭐ End on the shortest, punchiest sentence in the paragraph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most emotional moment. Try shortening one sentence there for more impact.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short, urgent sentence you used to show your character’s desperation.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Matthew was surprised to find a talkative orphan girl waiting for him at the station instead of the boy the Cuthberts expected.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Marilla as she decides what to do about Anne.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arrives at Green Gables with nothing — no parents, no home of her own, and the news she might be sent back. But on the drive from the train station, she renames a plain road "The White Way of Delight" and a small pond "The Lake of Shining Waters." Her life is hard. Her imagination makes it bearable. It even makes it beautiful.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think about how problems grow. The first problem in a book is rarely the only one — new trouble appears as the story moves.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don’t want me because I’m not a boy!"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cant send me back i need a home she wept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cant send me back i need a home she wept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can’t send me back! I need a home,” she wept.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prefixes con- and com- both mean with or together. They show up in lots of words about people sharing, joining, or coming together. Look for the prefix at the front of long words.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= con- + nect (join together)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= com- + bine (mix together)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= com- + pany (those who go together)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= con- + verse (turning words together)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— fortable — feeling at ease (fully strong)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— fess — to tell the truth (with another)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— tent — pleased; satisfied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— panion — one who goes with you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18972"/>
          </a:xfrm>
          <a:prstGeom prst="roundRect">
            <a:avLst>
              <a:gd name="adj" fmla="val 995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drove _____ over the hollow toward the train station.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placidly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18972"/>
          </a:xfrm>
          <a:prstGeom prst="roundRect">
            <a:avLst>
              <a:gd name="adj" fmla="val 995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loved to _____ that an ordinary tree was a fairy queen.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14127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943100"/>
            <a:ext cx="4069080" cy="918972"/>
          </a:xfrm>
          <a:prstGeom prst="roundRect">
            <a:avLst>
              <a:gd name="adj" fmla="val 995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345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Matthew's _____ on the buggy ride was a talkative red-haired girl.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Irregular Plural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children walked with Anne.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mice hid in the hay.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women met at Mrs. Lynde's.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Irregular Plural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walked with Anne.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 in the hay.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 at Mrs. Lynde's.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Chapters 3-4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Decides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As you read today, ask yourself: What new problem appears in these chapters? How does it connect to the first problem (Timothy's sickness)?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Marilla wants to send Anne back. Why does Matthew want to keep her? What does he see that Marilla doesn't?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Anne wakes up and looks out the window. How does her view of Green Gables make YOU see the place differently?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Reader, Writer, Mimic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could not stand still; she had to do something.”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856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12264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17627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like a Reader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17627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sentence show about Anne's reaction? Why is "stormily" such a strong adverb here?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34056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79806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Read like a Writer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79806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author build this sentence? Notice the semicolon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55848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41985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Mimic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341985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sentence using the same pattern in your notebook.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Fiction — Character Sketch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moment where your character worries they might not be allowed to stay.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2026-07-11T22:13:20Z</dcterms:created>
  <dcterms:modified xsi:type="dcterms:W3CDTF">2026-07-11T22:13:20Z</dcterms:modified>
</cp:coreProperties>
</file>