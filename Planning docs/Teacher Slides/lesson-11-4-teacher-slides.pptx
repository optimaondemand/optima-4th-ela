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11,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how action-based characterization works for quiet characters, then revise for "show don’t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how action-based characterization works for quiet characters, then revise for "show don’t tell.". Level-up: ⭐ Name the quiet character’s action  ⭐⭐ Explain what feeling it shows  ⭐⭐⭐ Compare it to how a talkative character might show the same feeling  ⭐⭐⭐⭐ Revise one "telling" sentence into a "showing"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sentence where you TELL a feeling (he was proud). Revise it to SHOW the feeling through action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sentence, before and after you changed it from telling to showing."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got into trouble over a matter of honor and pride. Today: Watch Matthew do something kind and unexpected for Anne.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"Matthew will give Anne the dress on Christmas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unwrapped the dress matthew watched her happily from the kitchen corner" Corrected: "Anne unwrapped the dress. Matthew watched her happily from the kitchen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unwrapped the dress matthew watched her happily from the kitchen corner" Corrected: "Anne unwrapped the dress. Matthew watched her happily from the kitchen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kindred, precarious, vivacious, exquisite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stays (vowel + y): monkeys, plays, turkeys | y → i (consonant + y): cried, happiness,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stays (vowel + y): monkeys, plays, turkeys | y → i (consonant + y): cried, happiness,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A Turning Point (wrap up)
Focus: Finish this section — how does someone show your character they are valued?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11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Matthew and the Puffed Sleeves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11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will give Anne the dress on Christmas morning.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quiet character like Matthew show love through an action instead of words?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how a quiet character in your story shows love or care through action rather than words. Then revise a moment in your draft to show feeling through action instead of telling it.</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how action-based characterization works for quiet characters, then revise for "show don’t tell."</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Name the quiet character’s action  ⭐⭐ Explain what feeling it shows  ⭐⭐⭐ Compare it to how a talkative character might show the same feeling  ⭐⭐⭐⭐ Revise one "telling" sentence into a "showing" one</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sentence where you TELL a feeling (he was proud). Revise it to SHOW the feeling through action instead.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sentence, before and after you changed it from telling to showing.</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got into trouble over a matter of honor and pride.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Matthew do something kind and unexpected for Anne.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will give Anne the dress on Christmas morning.</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unwrapped the dress matthew watched her happily from the kitchen corner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unwrapped the dress matthew watched her happily from the kitchen corner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unwrapped the dress. Matthew watched her happily from the kitchen corner.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kindred   -   precarious   -   vivacious   -   exquisite</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 → i Before Suffix</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monkeys   -   plays   -   turkeys   -   cried   -   happiness   -   studied</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y stays (vowel + y)</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y → i (consonant + 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 → i Before Suffix</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y stays (vowel + y)</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monkeys</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plays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turkeys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y → i (consonant + y)</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cried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happiness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studied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25</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Matthew and the Puffed Sleeves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In Ch. 25, Matthew — the shyest man in Avonlea — walks into a strange store and tries to buy Anne a dress. He is so flustered by the lady clerk that he buys a garden rake and 20 pounds of brown sugar by mistake. Then he asks Mrs. Lynde for help. On Christmas morning, Anne unwraps a soft brown dress with the puffed sleeves she has longed for since Ch. 11. Matthew, who barely speaks, has been watching Anne all year. He saw what she wanted most. He saw it, and he did the bravest thing he could to give it to her.</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Matthew picks the dress with puffed sleeves. Why is it MATTHEW — the shyest, quietest person in Anne’s life — who notices what she wants most?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A Turning Point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this section — how does someone show your character they are valued?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