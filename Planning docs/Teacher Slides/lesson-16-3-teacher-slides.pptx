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16, Day 3.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Apply an opinion structure that uses a small, specific detail as its central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Apply an opinion structure that uses a small, specific detail as its central evidence.. Level-up: ⭐ State your opinion  ⭐⭐ Use Mrs. Hirsch's shop as evidence  ⭐⭐⭐ Explain what her disappearance represents  ⭐⭐⭐⭐ Connect it to why history should remember ordinary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that your evidence (the button shop) is clearly connected to your opinion about memory and history..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opinion about remembering ordinary details from history."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heard the story of King Christian riding through Copenhagen as a quiet act of resistance. Today: Notice the small details that hint at what happened to Mrs. Hirsch. Big Q: As you read, watch for the small details — the padlock, the German sign, Papa's careful explanation, Peter Neilsen's quiet visit. What do those details tell us about what is happening in Copenhagen?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Hirsch owned the button shop on the corner."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came to the apartment he brought news for annemaries papa" Corrected: "Peter came to the apartment. He brought news for Annemarie’s papa."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came to the apartment he brought news for annemaries papa" Corrected: "Peter came to the apartment. He brought news for Annemarie’s papa."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abrupt — — broken off suddenly; sudden | disrupt — — to break apart, throw into confusion | produce — — to lead forward, to make | reduce — — to lead back, to make smaller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occupation: When one country takes over and controls another. | deport: To force someone to leave a country, usually against their will. | rescue: To save someone from danger.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"Papa looked at his daughter." -&gt; his | "Mama brought their shoes inside." -&gt; their | "Annemarie hid her worry." -&gt;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"Papa looked at his daughter." -&gt; his | "Mama brought their shoes inside." -&gt; their | "Annemarie hid her worry." -&gt;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read, reason | ai / ay / oa (long a or o): rain, waited | ai-other: Denmark | oa: coast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read, reason | ai / ay / oa (long a or o): rain, waited | ai-other: Denmark | oa: coast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Practicing Claims
Focus: Practice using a small, specific detail as evidence for a bigger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Mrs. Hirsch?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16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Hirsch owned the button shop on the corner.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"Mrs. Hirsch owned the button shop on the corner."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for a whole shop, and the person who owned it, to simply disappear?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opinion about why it matters to remember ordinary details — like a button shop and its owner — from history, not just famous names and dates.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opinion structure that uses a small, specific detail as its central evidence.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your opinion  ⭐⭐ Use Mrs. Hirsch's shop as evidence  ⭐⭐⭐ Explain what her disappearance represents  ⭐⭐⭐⭐ Connect it to why history should remember ordinary people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your evidence (the button shop) is clearly connected to your opinion about memory and history.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opinion about remembering ordinary details from history.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heard the story of King Christian riding through Copenhagen as a quiet act of resistance.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small details that hint at what happened to Mrs. Hirsch.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read, watch for the small details — the padlock, the German sign, Papa's careful explanation, Peter Neilsen's quiet visit. What do those details tell us about what is happening in Copenhagen?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Hirsch owned the button shop on the corner.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came to the apartment he brought news for annemaries papa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came to the apartment he brought news for annemaries papa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came to the apartment. He brought news for Annemarie’s papa.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rupt + duct/duce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 means across, beyond, or through. pro- means forward or in favor of. Both prefixes show movement or position.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= trans- + port (carry across)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= trans- + late (carry meaning across languages)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pro- + gress (step forward)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= pro- + tect (cover forward; shield)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— — broken off suddenly; sudden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 — — to break apart, throw into confusion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— — to lead forward, to make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— — to lead back, to make smaller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“Denmark was under German occupation from 1940 to 1945.”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 occupation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country takes over and controls another.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Nazis planned to deport Denmark’s Jewish people.”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deport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force someone to leave a country, usually against their will.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“Danish fishermen carried out the rescue across the cold sea to Sweden.”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rescue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someone from danger.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looked at his daughter.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brought their shoes inside.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hid her worry.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looked at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daughter.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brought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shoes inside.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hid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worry.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-   reason   -   rain   -   waited   -   Denmark   -   coast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Mrs. Hirsch?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say each word and listen. Which two letters make ONE vowel sound?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longer academic words use the SAME vowel-team patterns. Reason has the same ea as read. Say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knowing vowel teams useful for reading big new words? (Hint: if you know ea = /ee/, you can sound out new words like treaty, reason, defeat.)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Practicing Claims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using a small, specific detail as evidence for a bigger opinion.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