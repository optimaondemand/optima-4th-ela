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31, Day 2.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Pair a hard truth with a resolve, using "but," to show courage in the face of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Pair a hard truth with a resolve, using "but," to show courage in the face of difficulty..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are you comparing two truly different characters, from two different novels?.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two-character comparison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compared characters across all five novels — who showed courage, and who changed the most. Today: Find the exact scene in your novels where your chosen theme comes alive. Big Q: What is one scene — one actual moment in the story — where your theme shows up? What did the character say or do? Why does that moment prove your theme better than just describing it in general?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"Annemarie’s mother whispered , “ It will be a long night, but we must be brave.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looked at diana and said i will always be your friend even when everything changes" Corrected: "Anne looked at Diana and said, “I will always be your friend even when everything changes.”"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looked at diana and said i will always be your friend even when everything changes" Corrected: "Anne looked at Diana and said, “I will always be your friend even when everything changes.”"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Review-only vocab: indignant, vexed, solemnly, occupation, allegiance, sovereign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"✅ Proper noun capitalization ❌ Comma in a series ❌ Apostrophe for possession" -&gt; ✅ Proper noun capitalization | "❌ Proper noun capitalization ✅ Comma in dialogue ❌ Comma in a series" -&gt; ✅ Comma in dialogue | "❌ Comma in dialogue ✅ Quotation marks around speech ❌ Apostrophe for possession" -&gt; ✅ Quotation marks around speech | "❌ Quotation marks ✅ Comma in a series ❌ Proper noun capitalization" -&gt; ✅ Comma in a series | "❌ Comma in dialogue ❌ Quotation marks ✅ Apostrophe for possession" -&gt; ✅ Apostrophe for possession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"✅ Proper noun capitalization ❌ Comma in a series ❌ Apostrophe for possession" -&gt; ✅ Proper noun capitalization | "❌ Proper noun capitalization ✅ Comma in dialogue ❌ Comma in a series" -&gt; ✅ Comma in dialogue | "❌ Comma in dialogue ✅ Quotation marks around speech ❌ Apostrophe for possession" -&gt; ✅ Quotation marks around speech | "❌ Quotation marks ✅ Comma in a series ❌ Proper noun capitalization" -&gt; ✅ Comma in a series | "❌ Comma in dialogue ❌ Quotation marks ✅ Apostrophe for possession" -&gt; ✅ Apostrophe for possession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✌️ Doubling Rule: planning, stopped, running | ✂️ Drop-E Rule: writing, bravely, hoping | 🔄 Change-Y Rule: happiest, cried, stories, biggest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✌️ Doubling Rule: planning, stopped, running | ✂️ Drop-E Rule: writing, bravely, hoping | 🔄 Change-Y Rule: happiest, cried, stories, biggest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Synthesis, 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"“Anne came dancing home in the purple winter twilight across the snowy places.”"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Finding Scene Evidence
Focus: Find one specific scene in each of your two chosen novels where your theme clearly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31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Day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Theme in a Scene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31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pairs a hard truth ("a long night") with a resolve ("we must be brave"). Why might comparing a theme across two DIFFERENT novels help you understand it more deeply?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comparing how two different characters from two different novels respond to a hard truth with courage.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hard truth with a resolve, using "but," to show courage in the face of difficulty.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are you comparing two truly different characters, from two different novels?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two-character comparison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compared characters across all five novels — who showed courage, and who changed the most.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exact scene in your novels where your chosen theme comes alive.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scene — one actual moment in the story — where your theme shows up? What did the character say or do? Why does that moment prove your theme better than just describing it in general?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identify patterns across stories. Yesterday you defined your theme. Today, be specific: find the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Annemarie’s mother whispered , “ It will be a long night, but we must be brave.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looked at diana and said i will always be your friend even when everything changes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looked at diana and said i will always be your friend even when everything changes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looked at Diana and said, “I will always be your friend even when everything changes.”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WORDS - QUICK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   -   vexed   -   solemnly   -   occupation   -   allegiance   -   sovereign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a sentence about the novel?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Identify the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Proper noun capitalization ❌ Comma in a series ❌ Apostrophe for possession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Proper noun capitalization ✅ Comma in dialogue ❌ Comma in a series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Comma in dialogue ✅ Quotation marks around speech ❌ Apostrophe for possession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Quotation marks ✅ Comma in a series ❌ Proper noun capitalization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Identify the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Proper noun capitalization ❌ Comma in a series ❌ Apostrophe for possession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Proper noun capitalization ✅ Comma in dialogue ❌ Comma in a series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Comma in dialogue ✅ Quotation marks around speech ❌ Apostrophe for possession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Quotation marks ✅ Comma in a series ❌ Proper noun capitalization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Pattern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 -   stopped   -   running   -   writing   -   bravely   -   hoping   -   happiest   -   cried   -   stories   -   biggest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✌️ Doubling Rule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Drop-E Rule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Change-Y Rule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Pattern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✌️ Doubling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Drop-E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71616" y="1024128"/>
            <a:ext cx="2651760" cy="1801368"/>
          </a:xfrm>
          <a:prstGeom prst="roundRect">
            <a:avLst>
              <a:gd name="adj" fmla="val 507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Change-Y Rule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0216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Synthesis, Day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Theme in a Scene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Many of the characters you read about this year faced choices — two roads. Pick one character from any novel. What “two roads” did they face? Which road did they take, and what happened because of that choice?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moment in Anne’s story connects to your theme? What did Anne do or say?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moment in Annemarie’s story connects to your theme?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came dancing home in the purple winter twilight across the snowy places.”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723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12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012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picture does this sentence paint? Where is Anne and how is she feeling? What time of day is it? Why is she dancing?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60192"/>
            <a:ext cx="8412480" cy="1133856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124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124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string of descriptive details L.M. Montgomery stacks: “purple winter twilight” and “snowy places.” How does stacking three or four descriptions in a row create a vivid image? What would be lost if the sentence just said “Anne walked home at dusk”?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8548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3494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34949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this same pattern. Choose any character — from one of your novels or from your own imagination.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Finding Scene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specific scene in each of your two chosen novels where your theme clearly appears.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