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7, Day 4. Novel emoji: 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Explain a character trait honestly, showing both its benefit and its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12-minute timer. Craft move: Explain a character trait honestly, showing both its benefit and its cost.. Level-up: ⭐ Name one benefit of the trait  ⭐⭐ Name one cost of the trait  ⭐⭐⭐ Give a specific example of each  ⭐⭐⭐⭐ Connect both back to the same trait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Reread your explanation. Make sure you show BOTH the benefit and the cost of the trait, not just one..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one way your character’s imagination helps them, and one way it gets them in trouble."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Marilla and Matthew had to decide whether Anne could stay at Green Gables. Today: Learn about Anne’s difficult history before Green Gables. Big Q: Anne names ordinary places with extraordinary names — The White Way of Delight, Lake of Shining Waters. What ordinary place in your life might you rename, and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""I do love to imagine things," said Anne."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"i never feel lonely when i imagine said anne" Corrected: "“I never feel lonely when I imagine,” said Anne."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"i never feel lonely when i imagine said anne" Corrected: "“I never feel lonely when I imagine,” said Anne."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Review-only vocab: placid, imagine, companion, delight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Vowel + y → just add -s: monkeys, days, keys | Consonant + y → y→ies: babies, puppies, stories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Vowel + y → just add -s: monkeys, days, keys | Consonant + y → y→ies: babies, puppies, stories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Realistic Fiction — Character Sketch (wrap up)
Focus: Finish your character sketch — what does your reader need to know about this character’s past?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8BB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Anne's History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Week 7  ·  Virtue: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 love to imagine things," said Anne.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imagination be both a comfort and a problem for a character like Anne?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imagination helps your character cope with a hard situation — and how it might also get them into trouble.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character trait honestly, showing both its benefit and its cost.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Name one benefit of the trait  ⭐⭐ Name one cost of the trait  ⭐⭐⭐ Give a specific example of each  ⭐⭐⭐⭐ Connect both back to the same trait in one sentence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explanation. Make sure you show BOTH the benefit and the cost of the trait, not just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way your character’s imagination helps them, and one way it gets them in trouble.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Marilla and Matthew had to decide whether Anne could stay at Green Gables.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Anne’s difficult history before Green Gables.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names ordinary places with extraordinary names — The White Way of Delight, Lake of Shining Waters. What ordinary place in your life might you rename, and why?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back at the end of the week. They notice how the story has changed since the first chapter — what new characters have appeared, what new...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 love to imagine things," said Anne.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feel lonely when i imagine said anne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feel lonely when i imagine said anne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never feel lonely when I imagine,” said Anne.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QUICK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placid   -   imagine   -   companion   -   delight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use each word in a sentence about the novel?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Plural Endings (-s, -es, y→ies)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monkeys   -   days   -   keys   -   babies   -   puppies   -   stories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+ y → just add -s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 + y → y→ies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Plural Endings (-s, -es, y→ies)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+ y → just add -s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 + y → y→ies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Anne's History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Anne arrives at Green Gables with nothing — no parents, no home of her own, and the news she might be sent back. But on the drive from the train station, she renames a plain road "The White Way of Delight" and a small pond "The Lake of Shining Waters." Her life is hard. Her imagination makes it bearable. It even makes it beautiful.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Before you answer today's questions, think back across Ch. 1–5: Who is Anne? What three details show what makes her voice distinctive?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Anne has lived a hard life. What has kept her hopeful? Find one specific thing she relies 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 — Character Sketch (wrap up)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your character sketch — what does your reader need to know about this character’s past?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2026-07-11T22:13:20Z</dcterms:created>
  <dcterms:modified xsi:type="dcterms:W3CDTF">2026-07-11T22:13:20Z</dcterms:modified>
</cp:coreProperties>
</file>