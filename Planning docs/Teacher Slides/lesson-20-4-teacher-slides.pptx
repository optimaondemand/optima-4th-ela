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20, Day 4. Novel emoji: 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Use a concrete image (a sound, a sight) to stand for a bigger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18-minute timer. Craft move: Use a concrete image (a sound, a sight) to stand for a bigger idea..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Does your image work on its own, without you explaining the symbol? Try trusting the reader..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image and what it quietly stands for."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Harriet learned the paths through the woods that she would later use to escape. Today: Read about the two trains in Harriet’s young life — and what each one means. Big Q: As you read, find the central idea and support it with text evidence. There are TWO trains in this chapter. What does each one mean to Harriet?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"The train whistle blew in the distance."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"harriet listened to the loud train whistle her heart pounded with new hope" Corrected: "Harriet listened to the loud train whistle. Her heart pounded with new hope."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"harriet listened to the loud train whistle her heart pounded with new hope" Corrected: "Harriet listened to the loud train whistle. Her heart pounded with new hope."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conform — — to shape together; to fit in | reform — — to shape again | reflect — — to bend back (light, or thought) | flex — ible — able to bend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plantation: A large farm where one crop is grown (in the South, often using slave labor). | biography: A true book about someone’s life, written by another person. | extend: To stretch out or reach further. | postpone: To put off until a later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"Harriet heard the distant whistle." -&gt; distant | "The Underground Railroad was a secret network." -&gt; secret | "She dreamed of northern cities." -&gt; northern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"Harriet heard the distant whistle." -&gt; distant | "The Underground Railroad was a secret network." -&gt; secret | "She dreamed of northern cities." -&gt; northern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THEIR / THERE / THEY’RE: Cudjoe, Canada, Tubman | TO / TOO / TWO: conductor, fugitive, liberty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THEIR / THERE / THEY’RE: Cudjoe, Canada, Tubman | TO / TOO / TWO: conductor, fugitive, liberty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Research Writing — Notice &amp; Note
Focus: Look for symbols or repeated ideas (like the train) in the text. Note one in your research journal.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A0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20  ·  DAY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Trains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Week 20  ·  Virtue: Justice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 is a machine, but in this book it also stands for something bigger. What might it symbolize for Harriet?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describing a sound or sight that means more than what it literally is — like the train whistle means "freedom, still far away" for Harriet.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concrete image (a sound, a sight) to stand for a bigger idea.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image work on its own, without you explaining the symbol? Try trusting the reader.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image and what it quietly stands for.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Harriet learned the paths through the woods that she would later use to escape.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about the two trains in Harriet’s young life — and what each one means.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read, find the central idea and support it with text evidence. There are TWO trains in this chapter. What does each one mean to Harriet?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trouble is about to begin.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 whistle blew in the distance.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listened to the loud train whistle her heart pounded with new hope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listened to the loud train whistle her heart pounded with new hope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listened to the loud train whistle. Her heart pounded with new hope.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Prefixes: ex-, post-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 means out of or former. post- means after. Both prefixes show direction or time.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= ex- + it (go out)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= ex- + tend (stretch out)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postpone = post- + pone (put after)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postscript = post- + script (written after)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468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7706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 — — to shape together; to fit 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1821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2278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 — — to shape again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6850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— — to bend back (light, or thought)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142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— ible — able to bend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 was born on the Brodas plantation in Maryland.”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plantation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farm where one crop is grown (in the South, often using slave labor).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“Freedom Train is Dorothy Sterling’s biography of Harriet Tubman.”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biography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true book about someone’s life, written by another person.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8506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47650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plantation extended for hundreds of acres along the Bay.”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8834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➡️  extend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19430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stretch out or reach further.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38506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47650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 could not postpone her chores, no matter how tired.”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28834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postpone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319430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off until a later time.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heard the distant whistle.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Underground Railroad was a secret network.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dreamed of northern cities.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heard the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distant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whistle.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Underground Railroad was a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network.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dreamed of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cities.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Syllable Division in Names &amp; Historical Terms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Cudjoe   -   Canada   -   Tubman   -   conductor   -   fugitive   -   liberty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/ THERE / THEY’RE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/ TOO / TWO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Syllable Division in Names &amp; Historical Terms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/ THERE / THEY’RE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Cudjoe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Tubman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/ TOO / TWO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fugitive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liberty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4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Trains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Say their, there, they’re. They sound the same. But what does each MEAN?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Say to, too, two. Same sound. Three different meanings.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31012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4015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Why does it matter to spell these correctly? (Hint: a reader has to figure out which one you mean. Picking the right spelling does that for them.)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Writing — Notice &amp; Note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symbols or repeated ideas (like the train) in the text. Note one in your research journal.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2026-07-11T22:13:24Z</dcterms:created>
  <dcterms:modified xsi:type="dcterms:W3CDTF">2026-07-11T22:13:24Z</dcterms:modified>
</cp:coreProperties>
</file>