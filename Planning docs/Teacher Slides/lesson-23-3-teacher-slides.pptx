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23, Day 3.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Include a specific date to anchor an event in real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Include a specific date to anchor an event in real history..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Double-check your date is formatted clearly (Month Day, Year)..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dated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learned Harriet served the Union Army as a scout, spy, and nurse. Today: Read about the Combahee River Raid Harriet helped lead.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"On June 2, 1863, Harriet led a Union raid."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"she planned the raid more carefully than the union officers had ever seen" Corrected: "She planned the raid more carefully than the Union officers had ever seen."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"she planned the raid more carefully than the union officers had ever seen" Corrected: "She planned the raid more carefully than the Union officers had ever seen."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allev — iate — to lift away (a burden) | lev — itate — to rise off the ground | insist — — to stand firmly on a point | assist — — to stand with; to help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elevate: To lift up; to raise to a higher level. | resist: To stand against; to refuse to give in. | persist: To keep going; to refuse to stop. | abolitionist: A person who worked to end (abolish) slavery.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gunboats moved more quietly than expected." -&gt; more | "Survivors told their stories more freely after the war." -&gt; more | "Harriet returned sooner than any of them." -&gt; sooner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gunboats moved more quietly than expected." -&gt; more | "Survivors told their stories more freely after the war." -&gt; more | "Harriet returned sooner than any of them." -&gt; sooner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Stress near beginning: Harriet, General, Sterling | Stress later: operation, abolition, emancipation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Stress near beginning: Harriet, General, Sterling | Stress later: operation, abolition, emancipation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Drafting
Focus: Write the exact date and key facts of the Combahee River Raid in your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23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Combahee River Raid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23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Sterling give the EXACT date here? What does an exact date add to a historical account?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describing an important event, including the exact date, the way historians do.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specific date to anchor an event in real history.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15768"/>
            <a:ext cx="804672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 your date is formatted clearly (Month Day, Year).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dated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learned Harriet served the Union Army as a scout, spy, and nurse.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about the Combahee River Raid Harriet helped lead.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June 2, 1863, Harriet led a Union raid.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planned the raid more carefully than the union officers had ever seen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planned the raid more carefully than the union officers had ever seen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planned the raid more carefully than the Union officers had ever seen.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Word Bases: lev + sist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 means to raise or lift. sist means to stand. Both roots build lots of words about strength, position, and persistence.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= e- + lev + -ate (to lift up)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= a tool for raising heavy things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= re- + sist (stand against)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= per- + sist (stand through; keep standing)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allev — iate — to lift away (a burden)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 — itate — to rise off the ground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 — — to stand firmly on a point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— — to stand with; to help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Combahee Raid helped elevate Harriet to national fame.”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elevate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lift up; to raise to a higher level.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“Enslaved people found many ways to resist the system that controlled their lives.”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 resist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 against; to refuse to give 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persisted in her work even after the war became long and brutal.”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persist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going; to refuse to stop.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“Frederick Douglass and Wendell Phillips were famous abolitionists who admired Harriet.”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abolitionist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worked to end (abolish) slavery.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gunboats moved more quietly than expected.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told their stories more freely after the war.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returned sooner than any of them.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gunboats moved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quietly than expected.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told their stories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freely after the war.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returned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any of them.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&amp; Accent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  -   General   -   Sterling   -   operation   -   abolition   -   emancipation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near beginning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later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&amp; Accent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near beginning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later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emancipation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Combahee River Raid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each word slowly. Where does your voice push hardest?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syllables are unstressed and likely to have a schwa?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can marking the stressed syllable help you spell the whole word?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Drafting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exact date and key facts of the Combahee River Raid in your notes.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