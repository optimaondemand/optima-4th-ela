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23, Day 2.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Make a bold comparative claim, then be ready to back it up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Make a bold comparative claim, then be ready to back it up with evidence..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Underline your claim. Do you have at least one piece of evidence in mind to support it?.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claim and the evidence that supports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abolitionists like Wendell Phillips praised Harriet’s courage. Today: Learn how Harriet served the Union Army during the Civil War. Big Q: As you read today, watch for the central idea of the chapter. What is Sterling trying to show us about 8-year-old Harriet’s daily life? Notice the work, the food, the window, and the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"She served more bravely than most soldiers."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"harriet scouted more silently than the soldiers and reported back more quickly" Corrected: "Harriet scouted more silently than the soldiers and reported back more quickly."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"harriet scouted more silently than the soldiers and reported back more quickly" Corrected: "Harriet scouted more silently than the soldiers and reported back more quickly."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elev — ate — to lift up | lev — er — a tool for lifting heavy things | resist — — to stand against | persist — — to keep standing; to keep going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elevate: To lift up; to raise to a higher level. | resist: To stand against; to refuse to give in. | persist: To keep going; to refuse to stop. | abolitionist: A person who worked to end (abolish) slavery.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"She returned more often than anyone expected." -&gt; more | "The guards watched more closely after each raid." -&gt; more | "Harriet acted faster than the officers." -&gt; faster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"She returned more often than anyone expected." -&gt; more | "The guards watched more closely after each raid." -&gt; more | "Harriet acted faster than the officers." -&gt; faster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Historical terms: abolitionist, Confederate, rebellion | Names from the reading: Maryland, Combahee, Sterling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Historical terms: abolitionist, Confederate, rebellion | Names from the reading: Maryland, Combahee, Sterling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Drafting
Focus: Organize your notes into categories: scout, spy, nurse. Which role has the most facts so far?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23  ·  DAY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Scout, Spy, and Nurse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23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bold comparison. What kind of evidence would a reader want to see to believe this claim?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bold comparison claim about someone, then think of one piece of evidence that would support it.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bold comparative claim, then be ready to back it up with evidence.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 your claim. Do you have at least one piece of evidence in mind to support it?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claim and the evidence that supports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abolitionists like Wendell Phillips praised Harriet’s courage.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Harriet served the Union Army during the Civil War.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central idea of the chapter. What is Sterling trying to show us about 8-year-old Harriet’s daily life? Notice the work, the food, the window, and the North.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served more bravely than most soldiers.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scouted more silently than the soldiers and reported back more quickly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scouted more silently than the soldiers and reported back more quickly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scouted more silently than the soldiers and reported back more quickly.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Word Bases: lev + sist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 means to raise or lift. sist means to stand. Both roots build lots of words about strength, position, and persistence.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= e- + lev + -ate (to lift up)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= a tool for raising heavy things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 = re- + sist (stand against)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= per- + sist (stand through; keep standing)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289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49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306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 — ate — to lift up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421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3878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 — er — a tool for lifting heavy things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993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450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 — — to stand against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565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3022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— — to keep standing; to keep going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Combahee Raid helped elevate Harriet to national fame.”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 elevate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lift up; to raise to a higher level.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“Enslaved people found many ways to resist the system that controlled their lives.”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✊  resist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stand against; to refuse to give 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00656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292096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persisted in her work even after the war became long and brutal.”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6990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persist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009900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going; to refuse to stop.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200656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292096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“Frederick Douglass and Wendell Phillips were famous abolitionists who admired Harriet.”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6990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abolitionist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009900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worked to end (abolish) slavery.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returned more often than anyone expected.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guards watched more closely after each raid.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acted faster than the officers.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returned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often than anyone expected.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guards watched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closely after each raid.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acted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the officers.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Schwa &amp; Accent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abolitionist   -   Confederate   -   rebellion   -   Maryland   -   Combahee   -   Sterling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terms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from the reading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Schwa &amp; Accent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terms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abolitionist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Confederate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rebellion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from the reading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Combahee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14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Scout, Spy, and Nurse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Say each word slowly. Which syllable sounds strongest?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syllables get softer and turn toward an ‘uh’ sound?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do longer history words need careful syllable work?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Drafting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your notes into categories: scout, spy, nurse. Which role has the most facts so far?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