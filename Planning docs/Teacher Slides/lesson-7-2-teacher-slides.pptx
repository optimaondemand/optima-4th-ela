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7, Day 2. Novel emoji: 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1 quiet minute to look/read closely before any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toward naming the craft move: Identify a precise dialogue tag (cried, whispered, exclaimed) and apply one in your own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12-minute timer. Craft move: Identify a precise dialogue tag (cried, whispered, exclaimed) and apply one in your own writing.. Level-up: ⭐ Use one precise dialogue tag  ⭐⭐ Use two different ones  ⭐⭐⭐ Match the tag to the emotion exactly  ⭐⭐⭐⭐ Avoid "said" completely in this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2-minute timer. Today's revision focus: Find a "said" in your writing. Replace it with a more precise dialogue tag..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3-5 students. Keep sharing craft-focused: "Share your line of dialogue and the precise tag you chose."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1-minute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Yesterday, we met Mrs. Rachel Lynde and learned that something surprising was about to happen at Green Gables. Today: See Matthew’s reaction to the unexpected orphan waiting for him at the station. Big Q: Today, watch for how the author introduces Anne. What does she say? What does she do? How does her voice make her real?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DOL model: ""Oh, I’m so glad you’re come for me!""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"oh im so happy to be here she cried" Corrected: "“Oh, I’m so happy to be here!” she cried."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"oh im so happy to be here she cried" Corrected: "“Oh, I’m so happy to be here!” she cried."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Vocab: placid: Calm and peaceful, without strong feeling or movement. | companion: Someone you spend time with — a friend or partner. | imagine: To make a picture in your mind of something not in front of you. | delight: A feeling of great pleasure or joy.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"Mrs. Rachel knew the women of Avonlea." -&gt; women | "Three leaves fell from the tree." -&gt; leaves | "Anne brushed her teeth carefully." -&gt; teeth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"Mrs. Rachel knew the women of Avonlea." -&gt; women | "Three leaves fell from the tree." -&gt; leaves | "Anne brushed her teeth carefully." -&gt; teeth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Just -s: dogs, books, trees | -es or y→ies: boxes, ladies, buses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Just -s: dogs, books, trees | -es or y→ies: boxes, ladies, buses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Reading: Chapter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Writing: Realistic Fiction — Character Sketch
Focus: Describe your character’s arrival somewhere new. What do they notice first?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B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D98BB0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D98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 ·  DAY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Matthew Is Surprised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🌸  Week 7  ·  Virtue: Imagination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CLOSELY - 1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35608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"Oh, I’m so happy to be here," she cried.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496312"/>
            <a:ext cx="8046720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novel: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""Oh, I’m so happy to be here," she cried."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8BB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IT OVER - 2 MINUTES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word "cried" (instead of "said") add to this line? Turn and talk.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7498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minutes -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25296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moment when a character arrives somewhere new and feels a strong emotion. Use a dialogue tag that is more precise than "said" to show that emotion.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21408"/>
            <a:ext cx="8229600" cy="65532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5875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76272"/>
            <a:ext cx="7863840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craft move: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 precise dialogue tag (cried, whispered, exclaimed) and apply one in your own writing.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868168"/>
            <a:ext cx="8046720" cy="431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Level-Up (optional): ⭐ Use one precise dialogue tag  ⭐⭐ Use two different ones  ⭐⭐⭐ Match the tag to the emotion exactly  ⭐⭐⭐⭐ Avoid "said" completely in this paragraph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372612"/>
            <a:ext cx="8046720" cy="1656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writing the whole time. If you get stuck, reread the prompt or write "I am thinking..." until a new idea comes.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 - improve ONE specific thing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6949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190195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task: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"said" in your writing. Replace it with a more precise dialogue tag.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788920"/>
            <a:ext cx="6949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28803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- revision is about ideas, not spelling: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Circle your strongest sentence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Replace one weak verb with a precise one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Add one detail, or cut one you do not need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Improve your opening line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minutes - celebrate a craft move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0" y="196596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2029968"/>
            <a:ext cx="6035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line of dialogue and the precise tag you chose.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301752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309067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hand, or paste it in the chat.
</a:t>
            </a:r>
            <a:pPr indent="0" marL="0">
              <a:spcAft>
                <a:spcPts val="200"/>
              </a:spcAft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writer's craft move counts - there are no wrong answers.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do today that made your writing stronger?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and tell a partner, or jot one sentence in your writing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Today's Focus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8BB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Yesterday, we met Mrs. Rachel Lynde and learned that something surprising was about to happen at Green Gables.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2860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Matthew’s reaction to the unexpected orphan waiting for him at the station.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0358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832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watch for how the author introduces Anne. What does she say? What does she do? How does her voice make her real?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1696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notice character VOICE — the way a person's words sound, the words they choose, the things they get excited about. Anne has one of the most...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Study What's Right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- FROM THE 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"Oh, I’m so glad you’re come for me!"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025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Circle: capitals, quotation marks, punctuation, proper nouns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597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this sentence in your journal. Circle one thing you notice.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8BB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 im so happy to be here she cried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110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8BB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 im so happy to be here she cried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110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350008"/>
            <a:ext cx="8412480" cy="708660"/>
          </a:xfrm>
          <a:prstGeom prst="roundRect">
            <a:avLst>
              <a:gd name="adj" fmla="val 1290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40487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697480"/>
            <a:ext cx="78638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“Oh, I’m so happy to be here!” she cried.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863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WORDS - READ THE SENTENCE, THEN THE MEANING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69080" cy="954024"/>
          </a:xfrm>
          <a:prstGeom prst="roundRect">
            <a:avLst>
              <a:gd name="adj" fmla="val 958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placid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316736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 and peaceful, without strong feeling or movement.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914400"/>
            <a:ext cx="4069080" cy="954024"/>
          </a:xfrm>
          <a:prstGeom prst="roundRect">
            <a:avLst>
              <a:gd name="adj" fmla="val 958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100584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09160" y="1316736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you spend time with — a friend or partner.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978152"/>
            <a:ext cx="4069080" cy="954024"/>
          </a:xfrm>
          <a:prstGeom prst="roundRect">
            <a:avLst>
              <a:gd name="adj" fmla="val 958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06959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2380488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 a picture in your mind of something not in front of you.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1978152"/>
            <a:ext cx="4069080" cy="954024"/>
          </a:xfrm>
          <a:prstGeom prst="roundRect">
            <a:avLst>
              <a:gd name="adj" fmla="val 958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09160" y="206959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delight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09160" y="2380488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feeling of great pleasure or joy.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Grammar: Irregular Plural Nouns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8BB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TARGET WORD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Rachel knew the women of Avonlea.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leaves fell from the tree.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 brushed her teeth carefully.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364845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target word. Write it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Grammar: Irregular Plural Nouns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8BB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REVEALED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Rachel knew the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Avonlea.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fell from the tree.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 brushed her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teeth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carefully.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Plural Endings (-s, -es, y→ies)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8BB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 WORDS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0789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dogs   -   books   -   trees   -   boxes   -   ladies   -   buses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INTO GROUPS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-s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-es or y→ies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Plural Endings (-s, -es, y→ies)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8BB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4114800" cy="1453896"/>
          </a:xfrm>
          <a:prstGeom prst="roundRect">
            <a:avLst>
              <a:gd name="adj" fmla="val 6289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-s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1579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81728" y="1024128"/>
            <a:ext cx="4114800" cy="1453896"/>
          </a:xfrm>
          <a:prstGeom prst="roundRect">
            <a:avLst>
              <a:gd name="adj" fmla="val 6289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18888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-es or y→ies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10328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10328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ladies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10328" y="21579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buses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- Chapter 2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412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Matthew Is Surprised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051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What feeling does the poet have for the mouse? Find one line that shows it.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51460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606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Anne arrives at Green Gables with nothing — no parents, no home of her own, and the news she might be sent back. But on the drive from the train station, she renames a plain road "The White Way of Delight" and a small pond "The Lake of Shining Waters." Her life is hard. Her imagination makes it bearable. It even makes it beautiful.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447288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53872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Anne talks the whole drive to Green Gables. Why might a girl who has lived in many places talk so much?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Writer's Workshop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3385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Fiction — Character Sketch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your character’s arrival somewhere new. What do they notice first?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2026-07-11T22:13:20Z</dcterms:created>
  <dcterms:modified xsi:type="dcterms:W3CDTF">2026-07-11T22:13:20Z</dcterms:modified>
</cp:coreProperties>
</file>