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14,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Combine two short, choppy sentences into one smoother, stronger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Combine two short, choppy sentences into one smoother, stronger sentence.. Level-up: ⭐ Combine one pair of sentences  ⭐⭐ Combine two pairs  ⭐⭐⭐ Use a conjunction (and, but, because) to combine them  ⭐⭐⭐⭐ Read the new sentence aloud to check it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This IS today’s revision task: combine two choppy sentences in your weakest paragraph into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two original choppy sentences, then the one combined sentence you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Anne became an official Queen’s girl, a huge milestone. Today: Follow Anne through her first winter away at Queen’s Academy. Big Q: As you read today, watch for the setting, the characters, and the first surprise. What kind of place is Avonlea? Who is Mrs. Rachel Lynde? What does she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has worked hard all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and gilbert have studied together for months they will graduate in june" Corrected: "Anne and Gilbert have studied together for months. They will graduate in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and gilbert have studied together for months they will graduate in june" Corrected: "Anne and Gilbert have studied together for months. They will graduate in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describe — — to write down what something is like | manuscript — — written by hand (an author’s draft) | reject — — to throw back; to refuse | project — — to throw forward; a big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ambition: A strong desire to achieve something important. | sanctifying: Making something feel holy or set apart; deeply changing. | obstinate: Stubborn; refusing to give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has worked hard all winter." -&gt; has | "Marilla will see the specialist." -&gt; will | "Gilbert could see Anne’s face." -&gt;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has worked hard all winter." -&gt; has | "Marilla will see the specialist." -&gt; will | "Gilbert could see Anne’s face." -&gt;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saving, hoping, smiled | Keep the e: courageous, noticeable,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saving, hoping, smiled | Keep the e: courageous, noticeable,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Revise
Focus: Revise your essay by combining choppy sentences for smoother, stronger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14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Winter at Queens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14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has worked hard all winter.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is the difference between revising (improving ideas) and editing (fixing conventions)?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Reread your character growth essay draft. Choose your weakest paragraph and revise it by combining two choppy sentences into one stronger sentence.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Combine two short, choppy sentences into one smoother, stronger sentence.</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Combine one pair of sentences  ⭐⭐ Combine two pairs  ⭐⭐⭐ Use a conjunction (and, but, because) to combine them  ⭐⭐⭐⭐ Read the new sentence aloud to check it flows</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This IS today’s revision task: combine two choppy sentences in your weakest paragraph into one.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two original choppy sentences, then the one combined sentence you built.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Anne became an official Queen’s girl, a huge milestone.</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Follow Anne through her first winter away at Queen’s Academy.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first surprise. What kind of place is Avonlea? Who is Mrs. Rachel Lynde? What does she notice?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has worked hard all winter.</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and gilbert have studied together for months they will graduate in june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and gilbert have studied together for months they will graduate in june</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and Gilbert have studied together for months. They will graduate in June.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script/scribe, ject</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Final week roots. script and scribe both mean to write. You find them in words about writing or written things. ject means to throw. You find it in words about throwing or pushing things in a direction.</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describe = de- + scribe (to write down about)</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manuscript = manu- (hand) + script (written by hand)</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reject = re- + ject (to throw back)</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project = pro- + ject (to throw forward)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describe — — to write down what something is like</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manuscript — — written by hand (an author’s draft)</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reject — — to throw back; to refuse</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project — — to throw forward; a big task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“Anne’s ambition changed: she still wanted to learn, but home came first.”</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ambition</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strong desire to achieve something important.</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“It was the last night before sorrow touched her life — the cold, sanctifying touch.”</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sanctifying</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Making something feel holy or set apart; deeply changing.</a:t>
            </a:r>
            <a:endParaRPr lang="en-US" sz="1100" dirty="0"/>
          </a:p>
        </p:txBody>
      </p:sp>
      <p:sp>
        <p:nvSpPr>
          <p:cNvPr id="13" name="Shape 11"/>
          <p:cNvSpPr/>
          <p:nvPr/>
        </p:nvSpPr>
        <p:spPr>
          <a:xfrm>
            <a:off x="320040" y="238506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laughed and called herself ‘obstinate as a mule.’”</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obstinate</a:t>
            </a:r>
            <a:endParaRPr lang="en-US" sz="1400" dirty="0"/>
          </a:p>
        </p:txBody>
      </p:sp>
      <p:sp>
        <p:nvSpPr>
          <p:cNvPr id="16" name="Text 14"/>
          <p:cNvSpPr/>
          <p:nvPr/>
        </p:nvSpPr>
        <p:spPr>
          <a:xfrm>
            <a:off x="457200" y="319430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Stubborn; refusing to give 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Main &amp; Helping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has worked hard all winter.</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will see the specialist.</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Gilbert could see Anne’s face.</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Main &amp; Helping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has</a:t>
            </a:r>
            <a:pPr indent="0" marL="0">
              <a:buNone/>
            </a:pPr>
            <a:r>
              <a:rPr lang="en-US" sz="1500" dirty="0">
                <a:solidFill>
                  <a:srgbClr val="1E293B"/>
                </a:solidFill>
                <a:latin typeface="Calibri" pitchFamily="34" charset="0"/>
                <a:ea typeface="Calibri" pitchFamily="34" charset="-122"/>
                <a:cs typeface="Calibri" pitchFamily="34" charset="-120"/>
              </a:rPr>
              <a:t> worked hard all winter.</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a:t>
            </a:r>
            <a:pPr indent="0" marL="0">
              <a:buNone/>
            </a:pPr>
            <a:r>
              <a:rPr lang="en-US" sz="1500" b="1" u="sng" dirty="0">
                <a:solidFill>
                  <a:srgbClr val="34B76F"/>
                </a:solidFill>
                <a:latin typeface="Calibri" pitchFamily="34" charset="0"/>
                <a:ea typeface="Calibri" pitchFamily="34" charset="-122"/>
                <a:cs typeface="Calibri" pitchFamily="34" charset="-120"/>
              </a:rPr>
              <a:t>will</a:t>
            </a:r>
            <a:pPr indent="0" marL="0">
              <a:buNone/>
            </a:pPr>
            <a:r>
              <a:rPr lang="en-US" sz="1500" dirty="0">
                <a:solidFill>
                  <a:srgbClr val="1E293B"/>
                </a:solidFill>
                <a:latin typeface="Calibri" pitchFamily="34" charset="0"/>
                <a:ea typeface="Calibri" pitchFamily="34" charset="-122"/>
                <a:cs typeface="Calibri" pitchFamily="34" charset="-120"/>
              </a:rPr>
              <a:t> see the specialist.</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Gilbert </a:t>
            </a:r>
            <a:pPr indent="0" marL="0">
              <a:buNone/>
            </a:pPr>
            <a:r>
              <a:rPr lang="en-US" sz="1500" b="1" u="sng" dirty="0">
                <a:solidFill>
                  <a:srgbClr val="34B76F"/>
                </a:solidFill>
                <a:latin typeface="Calibri" pitchFamily="34" charset="0"/>
                <a:ea typeface="Calibri" pitchFamily="34" charset="-122"/>
                <a:cs typeface="Calibri" pitchFamily="34" charset="-120"/>
              </a:rPr>
              <a:t>could</a:t>
            </a:r>
            <a:pPr indent="0" marL="0">
              <a:buNone/>
            </a:pPr>
            <a:r>
              <a:rPr lang="en-US" sz="1500" dirty="0">
                <a:solidFill>
                  <a:srgbClr val="1E293B"/>
                </a:solidFill>
                <a:latin typeface="Calibri" pitchFamily="34" charset="0"/>
                <a:ea typeface="Calibri" pitchFamily="34" charset="-122"/>
                <a:cs typeface="Calibri" pitchFamily="34" charset="-120"/>
              </a:rPr>
              <a:t> see Anne’s face.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Year-End Suffix Review</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saving   -   hoping   -   smiled   -   courageous   -   noticeable   -   manageable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Drop the 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Keep the 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Year-End Suffix Review</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Drop the 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saving</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hoping</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smiled</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Keep the 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courageous</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noticeable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manageable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35</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Winter at Queens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Look at save → saving. What happened to the silent e? Why?</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Look at courage → courageous. Why did the e stay this time?</a:t>
            </a:r>
            <a:endParaRPr lang="en-US" sz="1400" dirty="0"/>
          </a:p>
        </p:txBody>
      </p:sp>
      <p:sp>
        <p:nvSpPr>
          <p:cNvPr id="10" name="Shape 8"/>
          <p:cNvSpPr/>
          <p:nvPr/>
        </p:nvSpPr>
        <p:spPr>
          <a:xfrm>
            <a:off x="365760" y="331012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Notice how each rule depends on what letter or suffix follows. Spelling rules are about LISTENING.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Revise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Revise your essay by combining choppy sentences for smoother, stronger writing.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