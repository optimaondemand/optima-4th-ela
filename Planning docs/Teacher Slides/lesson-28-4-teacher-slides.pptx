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28, Day 4. Novel emoji: ⚔️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Show an internal, unspoken belief using "so" to describe the private decision it leads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20-minute timer. Craft move: Show an internal, unspoken belief using "so" to describe the private decision it leads to..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Does your sentence show what the character does BECAUSE of the private belief, or just state the belief alone?.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private-belief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the group voted to go downstream — even though Lucy believed she saw Aslan pointing another way. Today: Discuss what it costs to be right when no one else believes you. Big Q: What does it cost to be right when no one believes you? Think about Lucy — she follows the group even though she knows they’re wrong. Is she being weak, or is there a kind of strength in that? What do you think?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"Although the group voted to go downstream , Lucy knew in her heart that Aslan had been real , so she followed even though it hurt 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"although the group voted to go downstream lucy knew in her heart that aslan had been real so she followed even though it hurt" Corrected: "Although the group voted to go downstream, Lucy knew in her heart that Aslan had been real, so she followed even though it hurt."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"although the group voted to go downstream lucy knew in her heart that aslan had been real so she followed even though it hurt" Corrected: "Although the group voted to go downstream, Lucy knew in her heart that Aslan had been real, so she followed even though it hurt."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Council: a group gathered to make decisions | Seneschal: a chief steward or manager of a lord’s estate | Entrenchments: defensive ditches dug into the ground | Consorts: companions, especially of royalty | Gorge: a narrow passage between steep walls or cliffs | Bivouac: a temporary camp made with little shelter | 4 quiz questions: each one should test whether someone knows what a vocabulary word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"Although Caspian had called the council, not everyone agreed with his plan." -&gt; Although Caspian had called the council, | "Edmund stood up for Lucy even though the vote had already been taken." -&gt; even though the vote had already been taken. | "When Peter arrived at the gorge, he had to make a decision quickly." -&gt; When Peter arrived at the gorge, | "Lucy followed the group downstream because she did not want to go alone." -&gt; because she did not want to go alone. | "If Aslan was really there, Lucy believed he would show the way." -&gt; If Aslan was really there,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"Although Caspian had called the council, not everyone agreed with his plan." -&gt; Although Caspian had called the council, | "Edmund stood up for Lucy even though the vote had already been taken." -&gt; even though the vote had already been taken. | "When Peter arrived at the gorge, he had to make a decision quickly." -&gt; When Peter arrived at the gorge, | "Lucy followed the group downstream because she did not want to go alone." -&gt; because she did not want to go alone. | "If Aslan was really there, Lucy believed he would show the way." -&gt; If Aslan was really there,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spotter: "about family strong" -&gt; strong | "bright problem animal" -&gt; bright | "lemon person frost" -&gt; frost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spotter: "about family strong" -&gt; strong | "bright problem animal" -&gt; bright | "lemon person frost" -&gt; frost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9 - Discussion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Literary Analysis — Organizing Evidence
Focus: Organize your notes into a timeline: how has your character changed from Chapter 1 to now?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28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9 - Discussion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Being Right Alone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Week 28  ·  Virtue: Loyalty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last Writer’s Workshop day this week. Lucy holds onto her belief even when outvoted. Why might a writer want to show a character believing something quietly, without saying it aloud?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about a character who privately holds onto a belief the group doesn’t share, using "Although...so..." to show the inner conflict.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 internal, unspoken belief using "so" to describe the private decision it leads to.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sentence show what the character does BECAUSE of the private belief, or just state the belief alone?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private-belief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the group voted to go downstream — even though Lucy believed she saw Aslan pointing another way.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what it costs to be right when no one else believes you.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cost to be right when no one believes you? Think about Lucy — she follows the group even though she knows they’re wrong. Is she being weak, or is there a kind of strength in that? What do you think?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the group voted to go downstream , Lucy knew in her heart that Aslan had been real , so she followed even though it hurt 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the group voted to go downstream lucy knew in her heart that aslan had been real so she followed even though it hurt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the group voted to go downstream lucy knew in her heart that aslan had been real so she followed even though it hurt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the group voted to go downstream, Lucy knew in her heart that Aslan had been real, so she followed even though it hurt.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gathered to make decisions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Seneschal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chief steward or manager of a lord’s estate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299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Entrenchments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ditches dug into the ground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38528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299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408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companions, especially of royalty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62656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0540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passage between steep walls or cliffs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962656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30540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Bivouac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33649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camp made with little shelter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Explain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Caspian had called the council, not everyone agreed with his plan.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stood up for Lucy even though the vote had already been taken.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Peter arrived at the gorge, he had to make a decision quickly.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followed the group downstream because she did not want to go alone.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Explain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Caspian had called the council, not everyone agreed with his plan.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stood up for Lucy even though the vote had already been taken.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Peter arrived at the gorge, he had to make a decision quickly.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followed the group downstream because she did not want to go alone.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Explain the Schwa Rule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ERROR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family strong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problem animal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person frost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word that is WRONG. Write the correct spelling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Explain the Schwa Rule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family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 animal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person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</a:t>
            </a:r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9 - Discussion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Being Right Alone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moment this week showed you the most about what good leadership really is? Was it the choice itself, or how the person handled the consequences?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did Caspian learn at the council about leading people who disagree?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did Peter learn at the gorge about making decisions for others?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Analysis — Organizing Evidence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your notes into a timeline: how has your character changed from Chapter 1 to now?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2026-07-11T22:29:48Z</dcterms:created>
  <dcterms:modified xsi:type="dcterms:W3CDTF">2026-07-11T22:29:48Z</dcterms:modified>
</cp:coreProperties>
</file>