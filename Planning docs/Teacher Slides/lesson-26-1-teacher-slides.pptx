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26, Day 1.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List several ordinary, specific details before an extraordinary event, to make the change feel more dramatic by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List several ordinary, specific details before an extraordinary event, to make the change feel more dramatic by contrast..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are your listed details specific and ordinary, so the change feels like a bigger surprise?.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list of ordinary details and what happens to them."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 Today: Step through the vanishing train platform into a mysterious, unfamiliar place. Big Q: What does this place look like? What does this place feel like? Is it similar to our world or different?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"Next moment the luggage, the seat, the platform, and the station had completely vanished."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"next moment the luggage the seat the platform and the station had completely vanished" Corrected: "Next moment the luggage, the seat, the platform, and the station had completely vanished."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"next moment the luggage the seat the platform and the station had completely vanished" Corrected: "Next moment the luggage, the seat, the platform, and the station had completely vanished."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previ — ew — seeing something before it happens | retur — n — to come back again | transpor — t — to carry across a distance | internati — onal — between 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thicket: A dense group of bushes or small trees growing closely together. | brambles: Thorny bushes, especially wild blackberry or raspberry bushes with prickly stems. | inhabited: Lived in; having people or creatures living there. | junction: A place where things meet or connect, especially where train lines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Conjunctions are words that connect. “And” adds ideas together. “Or” gives a choice between ideas. | “…the luggage, the seat, the platform, and the station had completely vanished.” | “Is it an island or the shore of the mainland?”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2 Syllables: wardrobe, channel | 3 Syllables: adventure, forbidden, enchanted | 4 Syllables: mysterious, remarkable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2 Syllables: wardrobe, channel | 3 Syllables: adventure, forbidden, enchanted | 4 Syllables: mysterious, remarkable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Getting Started
Focus: Choose a character (Peter, Susan, Edmund, Lucy, or Caspian) you want to study across this whole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- Back in Narnia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26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lists four ordinary things, then says they all vanished. Why might listing ordinary details first make the disappearance feel more surprising?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listing three or four ordinary things around you right now, then describe them all vanishing or changing at once.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several ordinary, specific details before an extraordinary event, to make the change feel more dramatic by contrast.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are your listed details specific and ordinary, so the change feels like a bigger surprise?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list of ordinary details and what happens to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recap - first day of unit)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the vanishing train platform into a mysterious, unfamiliar place.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place look like? What does this place feel like? Is it similar to our world or different?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setting &amp;mdash; especially in fantasy stories, where the world might be very different from our own. Today you&amp;rsquo;re beginning...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moment the luggage, the seat, the platform, and the station had completely vanished.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moment the luggage the seat the platform and the station had completely vanished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moment the luggage the seat the platform and the station had completely vanished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moment the luggage, the seat, the platform, and the station had completely vanished.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prefixes change a word’s meaning by adding direction, time, or position. Today we learn four important ones: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 — ew — seeing something before it happens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50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 — n — to come back again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072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 — t — to carry across a distance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64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 — onal — between nations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group of bushes or small trees growing closely together.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Thorny bushes, especially wild blackberry or raspberry bushes with prickly 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inhabited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in; having people or creatures living there.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where things meet or connect, especially where train lines split.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 are words that connect. “And” adds ideas together. “Or” gives a choice between ideas.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50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“…the luggage, the seat, the platform, and the station had completely vanished.”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0083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an island or the shore of the mainland?”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   -   channel   -   adventure   -   forbidden   -   enchanted   -   mysterious   -   remarkable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8688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enchanted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mysterious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0216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 - Back in Narnia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Look at how these words break apart. Where do the syllable breaks happen? Do they break between consonants? Before consonants?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children feel a strange pulling. Then suddenly they’re somewhere completely different. How would YOU feel if this happened to you?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children find old stone walls and an orchard that has gone wild. What do you think this place used to be?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Getting Started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character (Peter, Susan, Edmund, Lucy, or Caspian) you want to study across this whole book.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