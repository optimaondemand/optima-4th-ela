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27, Day 4. Novel emoji: ⚔️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Build suspense by naming something vague ("something more valuable") before using a dash to reveal exactly what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20-minute timer. Craft move: Build suspense by naming something vague ("something more valuable") before using a dash to reveal exactly what it is..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Does your dash-revealed detail feel like a satisfying payoff for the vague phrase before it?.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contrast-and-reveal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Caspian discovered the hidden creatures of Old Narnia living in secret in the woods. Today: Discuss what kind of loyalty is strongest: loyalty that is earned, or loyalty that is demanded. Big Q: What kind of loyalty is the poet describing — earned or given freely? Think about the Old Narnians who chose to follow Caspian. Did he earn their loyalty, or did they give it freely? Is there a difference?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"Miraz had power, but Caspian had something more valuable — the loyalty of creatures who believed in Old Narnia, so they followed him willingly."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"miraz had power but caspian had something more valuable the loyalty of creatures who believed in old narnia so they followed him willingly" Corrected: "Miraz had power, but Caspian had something more valuable — the loyalty of creatures who believed in Old Narnia, so they followed him willingly."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"miraz had power but caspian had something more valuable the loyalty of creatures who believed in old narnia so they followed him willingly" Corrected: "Miraz had power, but Caspian had something more valuable — the loyalty of creatures who believed in Old Narnia, so they followed him willingly."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tutor: A private teacher who gives individual instruction. Doctor Cornelius was Caspian’s tutor. | usurper: Someone who takes power or a throne without the right to it. Miraz is a usurper. | astronomy: The study of stars, planets, and the sky. Cornelius taught Caspian astronomy on the tower. | sternly: In a serious, strict, or firm way. Miraz spoke sternly to Caspian about Old Narnia.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(text): You’ve been using conjunctions all week. Now let’s make sure you really understand the difference between but and so. | Miraz was king, but he had stolen the throne. | Caspian learned the truth about his uncle, so he fled the castle.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SWYK: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6 - Discussion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Literary Analysis — Gathering Evidence
Focus: Review your evidence notes. Do you have at least 3 strong moments for your character so far?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C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27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6 - Discussion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Loyalty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Week 27  ·  Virtue: Loyalty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sentence sets up a contrast between power and loyalty, then uses a dash to define exactly what the "something more valuable" is. Why wait to reveal it?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contrasting two different kinds of strength (like power vs. loyalty), using a dash to define the second 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suspense by naming something vague ("something more valuable") before using a dash to reveal exactly what it is.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dash-revealed detail feel like a satisfying payoff for the vague phrase before it?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contrast-and-reveal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Caspian discovered the hidden creatures of Old Narnia living in secret in the woods.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what kind of loyalty is strongest: loyalty that is earned, or loyalty that is demanded.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loyalty is the poet describing — earned or given freely? Think about the Old Narnians who chose to follow Caspian. Did he earn their loyalty, or did they give it freely? Is there a difference?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step back and look at the big picture. This week you tracked Caspian&amp;rsquo;s journey from a prince in a castle to a king gathering an army. You...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Miraz had power, but Caspian had something more valuable — the loyalty of creatures who believed in Old Narnia, so they followed him willingly.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04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614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miraz had power but caspian had something more valuable the loyalty of creatures who believed in old narnia so they followed him willingly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miraz had power but caspian had something more valuable the loyalty of creatures who believed in old narnia so they followed him willingly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Miraz had power, but Caspian had something more valuable — the loyalty of creatures who believed in Old Narnia, so they followed him willingly.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teacher who gives individual instruction. Doctor Cornelius was Caspian’s tutor.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usurper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takes power or a throne without the right to it. Miraz is a usurper.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stars, planets, and the sky. Cornelius taught Caspian astronomy on the tower.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serious, strict, or firm way. Miraz spoke sternly to Caspian about Old Narnia.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You’ve been using conjunctions all week. Now let’s make sure you really understand the difference between but and so.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984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3500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Miraz was king, but he had stolen the throne.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898648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0083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Caspian learned the truth about his uncle, so he fled the castle.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REFERENCE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133856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Three Suffix Rules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408176"/>
            <a:ext cx="81930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Drop the silent e: explore + -ing = exploring (not exploreing)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Double the final consonant: begin + -ing = beginning (stress on last syllable)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Change y to i: carry + -ed = carried (not carryed)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6 - Discussion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Loyalty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Why does Lewis introduce so MANY different characters? What is he building toward?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Think about all the characters you’ve met this week — from Miraz’s court to the Old Narnians. If you had to sort them into two groups, what groups would you choose, and who goes where? Explain your thinking.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Doctor Cornelius, Trufflehunter, and Glenstorm all choose to help Caspian, but for different reasons. What motivates each of them?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 Analysis — Gathering Evidence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evidence notes. Do you have at least 3 strong moments for your character so far?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2026-07-11T22:29:48Z</dcterms:created>
  <dcterms:modified xsi:type="dcterms:W3CDTF">2026-07-11T22:29:48Z</dcterms:modified>
</cp:coreProperties>
</file>