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Week 20, Day 1. Novel emoji: 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toward naming the craft move: State a fact plainly: who, where, when — no extra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18-minute timer. Craft move: State a fact plainly: who, where, when — no extra words.. Level-up: n/a.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a 2-minute timer. Today's revision focus: Read your sentence back. Could you cut any word and still keep the meaning?.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3-5 students. Keep sharing craft-focused: "Share your plain, clear fact sentence."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1-minute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 Today: Meet Harriet Tubman as a girl in Maryland in 1827. Big Q: As you read today, watch for the central idea of the chapter. What is Sterling trying to show us about 8-year-old Harriet’s daily life? Notice the work, the food, the window, and the North.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DOL model: "Harriet lived in Maryland in 1827."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young slave girl watched birds fly north she dreamed of freedom" Corrected: "The young slave girl watched birds fly north. She dreamed of freedom."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Fix-it: "the young slave girl watched birds fly north she dreamed of freedom" Corrected: "The young slave girl watched birds fly north. She dreamed of freedom."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Morphology: ex — it — to go out | ex — tend — to stretch out | post — pone — to put off until later | post — script — words written AFTER a letter (P.S.)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Vocab: plantation: A large farm where one crop is grown (in the South, often using slave labor). | biography: A true book about someone’s life, written by another person. | extend: To stretch out or reach further. | postpone: To put off until a later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"Harriet watched the bright birds." -&gt; bright | "The hungry girl ran home." -&gt; hungry | "She worked on the huge plantation." -&gt; huge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Grammar: "Harriet watched the bright birds." -&gt; bright | "The hungry girl ran home." -&gt; hungry | "She worked on the huge plantation." -&gt; huge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Names (places, people): Maryland, Brodas, Baltimore | Historical terms: plantation, slavery, freedom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Spelling: Names (places, people): Maryland, Brodas, Baltimore | Historical terms: plantation, slavery, freedom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Reading: Chapter 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Writing: Research Writing — Getting Started
Focus: Choose a research question about Harriet Tubman’s life you want to explore. Jot down 2-3 things you already know.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D2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D9A05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640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4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20  ·  DAY 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in Maryland, 1827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🚂  Week 20  ·  Virtue: Justice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 IT OVER - 2 MINUTES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97280"/>
            <a:ext cx="8412480" cy="1097280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887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sentence gives us a time and a place in just five words. Why might a biographer start this way? Turn and talk.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74980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minutes - keep your pencil moving!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25296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 </a:t>
            </a:r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one sentence that tells a reader exactly when and where your own life began — as plainly and clearly as Sterling does for Harriet.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121408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15875">
            <a:solidFill>
              <a:srgbClr val="8B6F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176272"/>
            <a:ext cx="7863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craft move: </a:t>
            </a:r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a fact plainly: who, where, when — no extra words.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715768"/>
            <a:ext cx="8046720" cy="2313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writing the whole time. If you get stuck, reread the prompt or write "I am thinking..." until a new idea comes.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8F8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400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234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minutes - improve ONE specific 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97280" y="1828800"/>
            <a:ext cx="694944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905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280160" y="1901952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revision task: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your sentence back. Could you cut any word and still keep the meaning?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2788920"/>
            <a:ext cx="694944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280160" y="288036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- revision is about ideas, not spelling: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Circle your strongest sentence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Replace one weak verb with a precise one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Add one detail, or cut one you do not need
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Improve your opening line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315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55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2-3 minutes - celebrate a craft move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371600" y="196596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C8E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554480" y="2029968"/>
            <a:ext cx="6035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your plain, clear fact sentence.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371600" y="301752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554480" y="3090672"/>
            <a:ext cx="6035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your hand, or paste it in the chat.
</a:t>
            </a:r>
            <a:pPr indent="0" marL="0">
              <a:spcAft>
                <a:spcPts val="200"/>
              </a:spcAft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writer's craft move counts - there are no wrong answers.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34B76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280160"/>
          </a:xfrm>
          <a:prstGeom prst="roundRect">
            <a:avLst>
              <a:gd name="adj" fmla="val 714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14300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do today that made your writing stronger?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and tell a partner, or jot one sentence in your writing notebook.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Focus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(No recap - first day of unit)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A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8412480" cy="713232"/>
          </a:xfrm>
          <a:prstGeom prst="roundRect">
            <a:avLst>
              <a:gd name="adj" fmla="val 12821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286000"/>
            <a:ext cx="7863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Harriet Tubman as a girl in Maryland in 1827.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" y="3035808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QUESTION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291840"/>
            <a:ext cx="8412480" cy="749808"/>
          </a:xfrm>
          <a:prstGeom prst="roundRect">
            <a:avLst>
              <a:gd name="adj" fmla="val 12195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4360" y="33832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you read today, watch for the central idea of the chapter. What is Sterling trying to show us about 8-year-old Harriet’s daily life? Notice the work, the food, the window, and the North.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65760" y="416966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LENS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4074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readers slow down at the start of a book. The first chapters tell you who the characters are, where they live, and what trouble is about to begin.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Study What's Right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MODEL - FROM THE TEXT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78992"/>
            <a:ext cx="8412480" cy="777240"/>
          </a:xfrm>
          <a:prstGeom prst="roundRect">
            <a:avLst>
              <a:gd name="adj" fmla="val 11765"/>
            </a:avLst>
          </a:prstGeom>
          <a:solidFill>
            <a:srgbClr val="E8F8EF"/>
          </a:solidFill>
          <a:ln w="12700">
            <a:solidFill>
              <a:srgbClr val="34B76F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887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lived in Maryland in 1827.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0025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Circle: capitals, quotation marks, punctuation, proper nouns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this sentence in your journal. Circle one thing you notice.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young slave girl watched birds fly north she dreamed of freedom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Oral Language - Fix It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FIXING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young slave girl watched birds fly north she dreamed of freedom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91109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corrected sentence in your notebook.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2350008"/>
            <a:ext cx="8412480" cy="708660"/>
          </a:xfrm>
          <a:prstGeom prst="roundRect">
            <a:avLst>
              <a:gd name="adj" fmla="val 12903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240487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697480"/>
            <a:ext cx="7863840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young slave girl watched birds fly north. She dreamed of freedom.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Morphology: Prefixes: ex-, post-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60704"/>
            <a:ext cx="8412480" cy="457200"/>
          </a:xfrm>
          <a:prstGeom prst="roundRect">
            <a:avLst>
              <a:gd name="adj" fmla="val 2000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11556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ex- means out of or former. post- means after. Both prefixes show direction or time.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365760" y="1591056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PARTS REFERENCE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= ex- + it (go out)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6888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4203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= ex- + tend (stretch out)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4515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postpone = post- + pone (put after)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75120" y="1847088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F8F4FF"/>
          </a:solidFill>
          <a:ln w="12700">
            <a:solidFill>
              <a:srgbClr val="8B6F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1892808"/>
            <a:ext cx="18653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postscript = post- + script (written after)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65760" y="24688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- FILL IN THE MISSING PART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7249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7706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— it — to go out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1821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94360" y="32278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 — tend — to stretch out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6393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94360" y="36850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pone — to put off until later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4096512"/>
            <a:ext cx="8412480" cy="384048"/>
          </a:xfrm>
          <a:prstGeom prst="roundRect">
            <a:avLst>
              <a:gd name="adj" fmla="val 23810"/>
            </a:avLst>
          </a:prstGeom>
          <a:solidFill>
            <a:srgbClr val="F8F4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94360" y="4142232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— script — words written AFTER a letter (P.S.)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8638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WORDS - READ THE SENTENCE, THEN THE MEANING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was born on the Brodas plantation in Maryland.”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🌾  plantation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 farm where one crop is grown (in the South, often using slave labor).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914400"/>
            <a:ext cx="4069080" cy="1360932"/>
          </a:xfrm>
          <a:prstGeom prst="roundRect">
            <a:avLst>
              <a:gd name="adj" fmla="val 6719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00584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“Freedom Train is Dorothy Sterling’s biography of Harriet Tubman.”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09160" y="141274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📜  biography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09160" y="1723644"/>
            <a:ext cx="3794760" cy="496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true book about someone’s life, written by another person.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8506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5720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“The plantation extended for hundreds of acres along the Bay.”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➡️  extend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319430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stretch out or reach further.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0" y="2385060"/>
            <a:ext cx="4069080" cy="1176528"/>
          </a:xfrm>
          <a:prstGeom prst="roundRect">
            <a:avLst>
              <a:gd name="adj" fmla="val 7772"/>
            </a:avLst>
          </a:prstGeom>
          <a:solidFill>
            <a:srgbClr val="F0E8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476500"/>
            <a:ext cx="379476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“Harriet could not postpone her chores, no matter how tired.”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09160" y="2883408"/>
            <a:ext cx="3794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B6F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  postpone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09160" y="3194304"/>
            <a:ext cx="3794760" cy="31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put off until a later time.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TARGET WORD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watched the bright birds.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hungry girl ran home.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worked on the huge plantation.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7200" y="364845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target word. Write it in your notebook.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Grammar - Daily Oral Language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REVEALED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78992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70432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Harriet watched the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birds.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" y="201168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hungry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girl ran home.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2761488"/>
            <a:ext cx="8412480" cy="749808"/>
          </a:xfrm>
          <a:prstGeom prst="roundRect">
            <a:avLst>
              <a:gd name="adj" fmla="val 9756"/>
            </a:avLst>
          </a:prstGeom>
          <a:solidFill>
            <a:srgbClr val="E8F8E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85292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worked on the </a:t>
            </a:r>
            <a:pPr indent="0" marL="0">
              <a:buNone/>
            </a:pPr>
            <a:r>
              <a:rPr lang="en-US" sz="1500" b="1" u="sng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</a:t>
            </a:r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plantation.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Syllable Division in Names &amp; Historical Terms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THE WORDS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3258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   -   Brodas   -   Baltimore   -   plantation   -   slavery   -   freedom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INTO GROUPS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(places, people)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00600" y="2176272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22860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terms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5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594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Spelling - Spelling: Syllable Division in Names &amp; Historical Terms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92240" y="173736"/>
            <a:ext cx="2286000" cy="502920"/>
          </a:xfrm>
          <a:prstGeom prst="roundRect">
            <a:avLst>
              <a:gd name="adj" fmla="val 21818"/>
            </a:avLst>
          </a:prstGeom>
          <a:solidFill>
            <a:srgbClr val="D9A05C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7373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PROMPT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34B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SORTED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E8F8EF"/>
          </a:solidFill>
          <a:ln w="19050">
            <a:solidFill>
              <a:srgbClr val="4A7C2E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7C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(places, people)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Maryland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Brodas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Baltimore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81728" y="1024128"/>
            <a:ext cx="4114800" cy="1453896"/>
          </a:xfrm>
          <a:prstGeom prst="roundRect">
            <a:avLst>
              <a:gd name="adj" fmla="val 6289"/>
            </a:avLst>
          </a:prstGeom>
          <a:solidFill>
            <a:srgbClr val="F0E8FF"/>
          </a:solidFill>
          <a:ln w="19050">
            <a:solidFill>
              <a:srgbClr val="5C2D9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18888" y="10972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2D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terms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10328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8105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slavery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910328" y="215798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freedom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- Chapter 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84124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in Maryland, 1827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PAUSE &amp; THINK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19072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810512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Say Maryland slowly. How many beats? Where do you naturally split it?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514600"/>
            <a:ext cx="8412480" cy="685800"/>
          </a:xfrm>
          <a:prstGeom prst="roundRect">
            <a:avLst>
              <a:gd name="adj" fmla="val 10667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6060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Say plantation. Three beats: plan-ta-tion. Listen for the stressed syllable.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3310128"/>
            <a:ext cx="8412480" cy="822960"/>
          </a:xfrm>
          <a:prstGeom prst="roundRect">
            <a:avLst>
              <a:gd name="adj" fmla="val 8889"/>
            </a:avLst>
          </a:prstGeom>
          <a:solidFill>
            <a:srgbClr val="FEF6E8"/>
          </a:solidFill>
          <a:ln w="12700">
            <a:solidFill>
              <a:srgbClr val="C7922C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401568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Why does it help to break a long word into syllables? (Hint: you can spell pieces you can’t spell whole.)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Writer's Workshop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749808"/>
            <a:ext cx="8412480" cy="0"/>
          </a:xfrm>
          <a:prstGeom prst="line">
            <a:avLst/>
          </a:prstGeom>
          <a:noFill/>
          <a:ln w="19050">
            <a:solidFill>
              <a:srgbClr val="D9A0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STAGE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42416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FEF6E8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1133856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792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Writing — Getting Started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E1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FOCUS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a research question about Harriet Tubman’s life you want to explore. Jot down 2-3 things you already know.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2026-07-11T22:13:24Z</dcterms:created>
  <dcterms:modified xsi:type="dcterms:W3CDTF">2026-07-11T22:13:24Z</dcterms:modified>
</cp:coreProperties>
</file>