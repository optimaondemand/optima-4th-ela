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29, Day 1.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"even though" to show a character acting on trust rather than on their own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Use "even though" to show a character acting on trust rather than on their own evidence..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Check: is it clear WHY the character trusts, even without proof?.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trust-without-proof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reflected on the cost Lucy paid for believing something no one else could see. Today: Follow Lucy through the dark forest as she searches for Aslan. Big Q: What does the forest look like at night? What does Aslan look like to Lucy? How does she feel when she sees him?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"Edmund followed his sister through the dark woods , even though he could not see Aslan anywhere ahead of them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"lucy crept out of the camp at night because she herd aslan calling her name in the forrest" Corrected: "Lucy crept out of the camp at night, because she heard Aslan calling her name in the forest."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"lucy crept out of the camp at night because she herd aslan calling her name in the forrest" Corrected: "Lucy crept out of the camp at night, because she heard Aslan calling her name in the forest."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"precipice". Definition: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bivouac: A temporary outdoor camp, especially one set up without tents | luminous: Giving off light; glowing — “His face was luminous in the moonlight” | sentient: Able to feel or perceive things; aware — “Every tree felt sentient”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This week we’re looking at a helpful grammar rule: using commas in dates and place names. Today we’ll define the rule and look at a few examples. |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rupt (break): interrupt, erupt, disrupt | form (shape): transform, uniform, reform | duct/duce (lead): conduct, introduce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rupt (break): interrupt, erupt, disrupt | form (shape): transform, uniform, reform | duct/duce (lead): conduct, introduce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Essay Scaffold Begins
Focus: Begin your essay scaffold: write a claim about what your character’s biggest quality is, backed by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29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of the Lion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29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follows Lucy without seeing what she sees. What does this tell us about trust between siblings?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someone following or trusting another person, even without seeing proof themselves.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"even though" to show a character acting on trust rather than on their own evidence.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is it clear WHY the character trusts, even without proof?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trust-without-proof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reflected on the cost Lucy paid for believing something no one else could see.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Lucy through the dark forest as she searches for Aslan.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forest look like at night? What does Aslan look like to Lucy? How does she feel when she sees him?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make pictures in their mind. As you read about Lucy meeting Aslan in the moonlit forest, picture the scene &amp;mdash; the darkness, the trees, the...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followed his sister through the dark woods , even though he could not see Aslan anywhere ahead of them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crept out of the camp at night because she herd aslan calling her name in the forrest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crept out of the camp at night because she herd aslan calling her name in the forrest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crept out of the camp at night, because she heard Aslan calling her name in the forest.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"precipice"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Step 1 — Context: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were on the edge of a precipice.” What clues does the sentence give you? Edge suggests something steep or dangerous.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 2 — Word Parts: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precipice comes from Latin praeceps — prae (before) + caput (head). Think: “headfirst” — a place so steep you’d fall head-first.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12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Step 3 — Confirm: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precipice = a very steep cliff face; a dangerous drop-off edge.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bivouac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outdoor camp, especially one set up without tents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off light; glowing — “His face was luminous in the moonlight”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feel or perceive things; aware — “Every tree felt sentient”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Complex Sentences — Define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we’re looking at a helpful grammar rule: using commas in dates and place names. Today we’ll define the rule and look at a few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Sound — Discover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  -   erupt   -   disrupt   -   transform   -   uniform   -   reform   -   conduct   -   introduce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 (break)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(shape)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duct/duce (lead)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Sound — Discover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 (break)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erupt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18688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(shape)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71616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duct/duce (lead)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of the Lion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When Lucy first wakes and goes out alone, she feels called — even before she sees Aslan. What does it feel like to be called toward something you can’t quite explain? Have you ever felt that way?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Aslan says he is not bigger — but that Lucy will find him bigger every year she grows. What does this mean? Why would Aslan seem bigger the older you get?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Essay Scaffold Begins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your essay scaffold: write a claim about what your character’s biggest quality is, backed by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