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32, Day 1. Novel emoji: 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simple, plain, direct language for an emotional moment — resist the urge to over-decorate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25-minute timer. Craft move: Use simple, plain, direct language for an emotional moment — resist the urge to over-decorate it..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Cross out any word in your sentence that feels fancy or unnecessary. Does it still work — better, even?.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simple, direct farewell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reflected on a poem comparing books to ships that carry us to other lands. Today: Test your writing: would a brand-new reader understand your main point? Big Q: Would a reader who never met these novels understand my main point? Where could I add one more detail? Is my opening sentence strong enough to make someone want to read 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"Ellen whispered , “I will think of you every day , Annemarie . 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"marilla looked at matthew and said that child has bewitched us both and I dont know how she did it" Corrected: "Marilla looked at Matthew and said, “That child has bewitched us both and I don’t know how she did it.”"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"marilla looked at matthew and said that child has bewitched us both and I dont know how she did it" Corrected: "Marilla looked at Matthew and said, “That child has bewitched us both and I don’t know how she did it.”"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Modeled word walkthrough for "solemnly". Definition: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allegiance: Loyalty and devotion to a person, cause, or country — the Old Narnians pledged their allegiance to Caspian | indignant: A person who leads or guides others along a route — Harriet Tubman was called a conductor of the Underground Railroad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nodded and Annemarie promised to be brave." -&gt; Annemarie | "The old Narnians gathered in the forest." -&gt; Narnians | "Oh, Mrs. Lynde, I am dreadfully sorry." -&gt; Oh, | "Harriet led many people to freedom." -&gt; led | "She missed green gables more than she expected." -&gt; green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nodded and Annemarie promised to be brave." -&gt; Annemarie | "The old Narnians gathered in the forest." -&gt; Narnians | "Oh, Mrs. Lynde, I am dreadfully sorry." -&gt; Oh, | "Harriet led many people to freedom." -&gt; led | "She missed green gables more than she expected." -&gt; green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Doubling: running | Drop-e: writing, racing | Change-y: carried | au / aw: caught, draw | ei / ie: believe, receive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Doubling: running | Drop-e: writing, racing | Change-y: carried | au / aw: caught, draw | ei / ie: believe, receive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Final Project, Day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Synthesis Project — Revising for a New Reader
Focus: Read your draft as if you were a reader who never read these novels. Mark any part that needs more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7922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32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Project, Day 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New Reader Understand?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Week 32  ·  Virtue: Reflection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simple, plain-spoken promise. Why might simple, direct language be more powerful than fancy language in an emotional goodbye?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simple, direct sentence of farewell or promise between two characters, without any fancy or complicated words.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simple, plain, direct language for an emotional moment — resist the urge to over-decorate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out any word in your sentence that feels fancy or unnecessary. Does it still work — better, even?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simple, direct farewell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reflected on a poem comparing books to ships that carry us to other lands.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writing: would a brand-new reader understand your main point?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reader who never met these novels understand my main point? Where could I add one more detail? Is my opening sentence strong enough to make someone want to read on?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know that a strong comparison paragraph does not just list facts about two things &amp;mdash; it shows how they connect to a bigger idea. This week...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 whispered , “I will think of you every day , Annemarie . 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looked at matthew and said that child has bewitched us both and I dont know how she did 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looked at matthew and said that child has bewitched us both and I dont know how she did 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looked at Matthew and said, “That child has bewitched us both and I don’t know how she did it.”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Detective: "solemnly"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5F7FC"/>
          </a:solidFill>
          <a:ln w="1270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Step 1 — Context: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nodded solemnly and promised she would be brave. What clues does the sentence give you? “Nodded” and “promised” suggest this is a very serious moment.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Step 2 — Word Parts: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 (serious, grave) + -ly (adverb suffix meaning “in that way”). So solemnly means “in a serious, grave way.”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12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Step 3 — Confirm: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solemnly = done or said in a very serious, sincere way.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4124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81381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and devotion to a person, cause, or country — the Old Narnians pledged their allegiance to Caspian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78152"/>
            <a:ext cx="84124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695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indignant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80488"/>
            <a:ext cx="81381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leads or guides others along a route — Harriet Tubman was called a conductor of the Underground Railroad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Spiral Review — Define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nodded and Annemarie promised to be brave.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Narnians gathered in the forest.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Oh, Mrs. Lynde, I am dreadfully sorry.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many people to freedom.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Spiral Review — Define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nodded and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promised to be brave.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Narnians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gathered in the forest.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Oh, Mrs. Lynde, I am dreadfully sorry.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many people to freedom.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Spiral Review — Editing for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  -   writing   -   racing   -   carried   -   caught   -   draw   -   believe   -   receive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/ aw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55371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/ ie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Spiral Review — Editing for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87168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76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15768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08576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45736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9984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67144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/ aw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58584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58584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51392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88552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/ ie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79992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79992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Final Project, Day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New Reader Understand?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Read your opening sentence. Does it name both novels and hint at the theme? Or does it just say “Both books are about…”? How could you make it sharper?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Look at your evidence sentences. Are they specific enough? Could you name a chapter, a character action, or a moment? Or are they too general?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Project — Revising for a New Reader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draft as if you were a reader who never read these novels. Mark any part that needs more explanation.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2026-07-12T02:19:59Z</dcterms:created>
  <dcterms:modified xsi:type="dcterms:W3CDTF">2026-07-12T02:19:59Z</dcterms:modified>
</cp:coreProperties>
</file>