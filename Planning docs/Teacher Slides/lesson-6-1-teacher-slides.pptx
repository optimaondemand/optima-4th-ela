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6, Day 1. Novel emoji: 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Combine two short, choppy sentences into one smoother, stronger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10-minute timer. Craft move: Combine two short, choppy sentences into one smoother, stronger sentence.. Level-up: ⭐ Combine one pair of sentences  ⭐⭐ Combine two pairs  ⭐⭐⭐ Use a conjunction (and, but, because) to combine them  ⭐⭐⭐⭐ Read the new sentence aloud to check it 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This IS today’s revision task: combine two choppy sentences in your weakest paragraph into one..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"Read your two original choppy sentences, then the one combined sentence you built."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Last week, we finished thinking about the novel’s theme and started drafting our theme essays. Today: Revise your theme essay draft for stronger sentences. Big Q: As you read today, watch for the setting, the main character, and the first problem. Where does the family live? Who is Mrs. Frisby? What is the trouble?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"A good story is rewritten , not just written."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"a brave writer reads her words out loud" Corrected: "A brave writer reads her words out loud."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"a brave writer reads her words out loud" Corrected: "A brave writer reads her words out loud."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jumped — jumped yesterday | running — running right now | taller — more tall than | tallest — the most tall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Modeled word walkthrough for "honesty". Definition: Honesty means telling the truth, even when it is hard. Our context and word parts got us there!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courage: Choosing to act even when you are afraid. | perseverance: Not giving up — even when something is hard or takes a long time. | courtesy: Treating others with kindness and respect.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"The mouse lived on Fitzgibbon's farm." -&gt; Fitzgibbon's | "Nicodemus told a long story." -&gt; Nicodemus | "The rats moved to Thorn Valley." -&gt; Thorn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"The mouse lived on Fitzgibbon's farm." -&gt; Fitzgibbon's | "Nicodemus told a long story." -&gt; Nicodemus | "The rats moved to Thorn Valley." -&gt; Thorn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Doubled final consonant: hopping, running, sitting | Did NOT double: jumping, walking, helping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Doubled final consonant: hopping, running, sitting | Did NOT double: jumping, walking, helping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Writing Workshop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Theme Essay — Revise Focus: Revise your essay by combining choppy sentences for smoother, stronger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8FBF7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Workshop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Essay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🐭  Week 6  ·  Virtue: Ingenuity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good story is rewritten, not just written.”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mean that a story is "rewritten, not just written"? Turn and talk about what revision really means.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Reread your theme essay draft. Choose your weakest paragraph and revise it by combining two choppy sentences into one stronger sentence.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two short, choppy sentences into one smoother, stronger sentence.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Combine one pair of sentences  ⭐⭐ Combine two pairs  ⭐⭐⭐ Use a conjunction (and, but, because) to combine them  ⭐⭐⭐⭐ Read the new sentence aloud to check it flows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372612"/>
            <a:ext cx="8046720" cy="165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today’s revision task: combine two choppy sentences in your weakest paragraph into 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two original choppy sentences, then the one combined sentence you built.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week, we finished thinking about the novel’s theme and started drafting our theme essays.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theme essay draft for stronger sentences.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setting, the main character, and the first problem. Where does the family live? Who is Mrs. Frisby? What is the trouble?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story is rewritten , not just written.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brave writer reads her words out loud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brave writer reads her words out loud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brave writer reads her words out loud.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Virtue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suffixes change a word's tense or degree. -ed (past tense), -ing (happening now), -er (more, or one who does), -est (most).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jumped = jump + -ed (past)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= run + -ing (now)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= tall + -er (more tall)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tallest = tall + -est (most tall)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7706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jumped — jumped yesterday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1821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2278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— running right now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6850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— more tall than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142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tallest — the most tall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Detective: "honesty"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41248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E5F7FC"/>
          </a:solidFill>
          <a:ln w="1270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the Sentence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1704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is what made Nicodemus tell Mrs. Frisby the truth about Jonathan.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word in the book. What clues does the sentence give you? Nicodemus had a choice. He could keep Jonathan's story a secret. He chose to tell Mrs. Frisby the truth. So honesty must describe the choice to be truthful — even when it's hard.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92808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47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Look at the Word Parts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221992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see a root, prefix, or suffix you recognize?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51176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606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880360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we close?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09544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264408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means telling the truth, even when it is hard. Our context and word parts got us there!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“Courage is what Mrs. Frisby showed when she climbed to the owl alone in the dark.”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🦁  courage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to act even when you are afraid.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“Perseverance is what helped the rats escape NIMH after years of slow planning.”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⛰️  perseverance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giving up — even when something is hard or takes a long time.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8506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“Courtesy is what Brutus showed when he greeted Mrs. Frisby politely at the door.”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🎩  courtesy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19430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others with kindness and respect.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Editing Mindset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mouse lived on Fitzgibbon's farm.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Nicodemus told a long story.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rats moved to Thorn Valley.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Editing Mindset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mouse lived on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Fitzgibbon's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farm.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Nicodemus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told a long story.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rats moved to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Thorn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Valley.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Publish Polish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hopping   -   running   -   sitting   -   jumping   -   walking   -   helping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Doubled final consonant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double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Publish Polish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Doubled final consonant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hopping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double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Writing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Essay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Group A words: count the letters in the base word (hop, stop, run, sit). How many letters? What's the pattern of vowels and consonants?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Group B words: count the letters too (jump, walk, clean, help). How are they different from Group A?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44728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538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Try to say the rule in your own words: when do we double the consonant?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Essay — Revise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essay by combining choppy sentences for smoother, stronger writing.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2026-07-11T21:52:57Z</dcterms:created>
  <dcterms:modified xsi:type="dcterms:W3CDTF">2026-07-11T21:52:57Z</dcterms:modified>
</cp:coreProperties>
</file>