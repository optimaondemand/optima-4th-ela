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31, Day 3. Novel emoji: 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two short, separate sentences instead of combining them, so each one lands with its own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25-minute timer. Craft move: Use two short, separate sentences instead of combining them, so each one lands with its own weight..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Try combining your two sentences into one. Which version is more powerful — combined or separate?.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two short, powerful sentences."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found a specific scene in one novel where our chosen theme shows up clearly. Today: Check your evidence: does it come from more than one novel? Big Q: Do I have evidence from BOTH novels? Or am I leaning on just 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"Aslan breathed on the Mouse and said , “ You have conquered me. You have great hearts . 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"annemarie ran through the dark forest and whispered i must be brave for ellen" Corrected: "Annemarie ran through the dark forest and whispered, “I must be brave for Ellen.”"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"annemarie ran through the dark forest and whispered i must be brave for ellen" Corrected: "Annemarie ran through the dark forest and whispered, “I must be brave for Ellen.”"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solemnly: in a serious, formal way; without joking or lightness. (Number the Stars) | allegiance: loyalty and commitment to a person, group, or cause. (Prince Caspian) | indignant: feeling angry because something is unfair or wrong. (Anne of Green Gables) | conductor: the leader of an escape route; someone who guides people to safety. (Freedom Train)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You’ve studied grammar skills all year — from complex sentences to interjections to quotation marks. Today, show what you know by writing two strong sentences using any skill you’ve practiced. |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SWYK: Choose THREE words from any spelling pattern you’ve studied this year. For each word: write the word, name the pattern it follows, and use it in a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Synthesis, Day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"“Annemarie relaxed the clenched fingers of her right hand, which still gripped Ellen’s necklace.”"
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Synthesis Project — Checking Evidence
Focus: Check your evidence list: do you have at least one detail from BOTH novels, not just 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7922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31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Day 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Your Evidence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Week 31  ·  Virtue: Reflection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uses two short, separate statements instead of one long one. Why might short, separate sentences carry more weight in a powerful moment?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short, separate sentences (not one long combined sentence) praising a character’s specific quality.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two short, separate sentences instead of combining them, so each one lands with its own weight.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combining your two sentences into one. Which version is more powerful — combined or separate?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two short, powerful sentences.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found a specific scene in one novel where our chosen theme shows up clearly.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evidence: does it come from more than one novel?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evidence from BOTH novels? Or am I leaning on just one?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apply what they notice. You&amp;rsquo;ve defined your theme and identified evidence. Today,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breathed on the Mouse and said , “ You have conquered me. You have great hearts . 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ran through the dark forest and whispered i must be brave for ellen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ran through the dark forest and whispered i must be brave for ellen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ran through the dark forest and whispered, “I must be brave for Ellen.”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serious, formal way; without joking or lightness. (Number the Stars)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allegiance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and commitment to a person, group, or cause. (Prince Caspian)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angry because something is unfair or wrong. (Anne of Green Gables)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of an escape route; someone who guides people to safety. (Freedom Train)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Write Using the Skill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102870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studied grammar skills all year — from complex sentences to interjections to quotation marks. Today, show what you know by writing two strong sentences using any skill you’ve practiced.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SWYK — Spiral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REFERENCE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03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59736"/>
            <a:ext cx="8412480" cy="743712"/>
          </a:xfrm>
          <a:prstGeom prst="roundRect">
            <a:avLst>
              <a:gd name="adj" fmla="val 1229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69464"/>
            <a:ext cx="804672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THREE words from any spelling pattern you’ve studied this year. For each word: write the word, name the pattern it follows, and use it in a sentence.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Synthesis, Day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Your Evidence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Am I explaining HOW the characters are similar or different — or just saying THAT they are?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Does my paragraph have a theme statement, evidence, and an explanation? Or is it missing a piece?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“Annemarie relaxed the clenched fingers of her right hand, which still gripped Ellen’s necklace.”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81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3723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01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3012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comes from Number the Stars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85872"/>
            <a:ext cx="8412480" cy="1335024"/>
          </a:xfrm>
          <a:prstGeom prst="roundRect">
            <a:avLst>
              <a:gd name="adj" fmla="val 68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49880"/>
            <a:ext cx="26517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849880"/>
            <a:ext cx="5303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contrast between “relaxed” and “clenched.” The word “clenched” tells us her hand was tight — tense, desperate, holding on. The word “relaxed” tells us the danger is over. But the necklace is still there. How does the contrast between “relaxed” and “clenched” show what Annemarie is feeling — both then and now?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212336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2763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427634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the same pattern: a character releases tension, but something still shows what they were holding on to.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Project — Checking Evidence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evidence list: do you have at least one detail from BOTH novels, not just one?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2026-07-12T02:19:59Z</dcterms:created>
  <dcterms:modified xsi:type="dcterms:W3CDTF">2026-07-12T02:19:59Z</dcterms:modified>
</cp:coreProperties>
</file>