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14,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Reflect honestly on your own writing process, naming a specific strength and a specific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Reflect honestly on your own writing process, naming a specific strength and a specific challenge.. Level-up: ⭐ Name one thing you are proud of  ⭐⭐ Name one thing that was hard  ⭐⭐⭐ Explain how you solved that hard part  ⭐⭐⭐⭐ Give one piece of advice to a future 4th grader writing this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No new revision today — reread your finished essay one last time and just enjoy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what you are most proud of in your finished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felt the weight of a difficult, sorrowful moment in Anne’s story. Today: Reach the bend in the road — and the end of this unit. Big Q: Anne names ordinary places with extraordinary names — The White Way of Delight, Lake of Shining Waters. What ordinary place in your life might you rename,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will teach at Avonlea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and gilbert have decided to be friends they will work hard together" Corrected: "Anne and Gilbert have decided to be friends. They will work hard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and gilbert have decided to be friends they will work hard together" Corrected: "Anne and Gilbert have decided to be friends. They will work hard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ambition, consolation, sanctifying, obstinate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Silent e rule: smiling, courageous, hoped | Y or consonant changes: cried, hopping, babies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Silent e rule: smiling, courageous, hoped | Y or consonant changes: cried, hopping, babies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Character Growth Essay — Publish &amp; Share
Focus: Share your finished character growth essay and celebrate two units of hard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14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38</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Bend in the Road</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14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and Gilbert have decided to be friends.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are you most proud of in the essay you have written about Anne’s growth?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short reflection: what are you most proud of in your Anne of Green Gables character growth essay? What was the hardest part of writing it?</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Reflect honestly on your own writing process, naming a specific strength and a specific challenge.</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Name one thing you are proud of  ⭐⭐ Name one thing that was hard  ⭐⭐⭐ Explain how you solved that hard part  ⭐⭐⭐⭐ Give one piece of advice to a future 4th grader writing this essay</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No new revision today — reread your finished essay one last time and just enjoy it.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what you are most proud of in your finished essay.</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felt the weight of a difficult, sorrowful moment in Anne’s story.</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Reach the bend in the road — and the end of this unit.</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Anne names ordinary places with extraordinary names — The White Way of Delight, Lake of Shining Waters. What ordinary place in your life might you rename, and why?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characters have appeared, what new...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will teach at Avonlea school.</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and gilbert have decided to be friends they will work hard together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and gilbert have decided to be friends they will work hard together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and Gilbert have decided to be friends. They will work hard together.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ambition   -   consolation   -   sanctifying   -   obstinate</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Year-End Suffix Review</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smiling   -   courageous   -   hoped   -   cried   -   hopping   -   babies</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Silent e rule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Y or consonant changes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Year-End Suffix Review</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Silent e rule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smiling</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courageous</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hoped</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Y or consonant changes</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cried</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hopping</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babies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38</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Bend in the Road</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In Ch. 38, Anne tells Marilla she will not go to Redmond. She will stay home, teach at Carmody, and care for Marilla’s failing eyes. Then Gilbert — the boy she called ‘Carrots’ in Ch. 15 and refused to forgive for years — gives up the Avonlea school so Anne can teach close to home. They stand at the gate for half an hour. They are friends now. Anne looks down the road she didn’t plan for and says: ‘I don’t know what lies around the bend, but I’m going to believe that the best does.’ That is the heart of the whole novel. Anne started as the orphan at the train station who nobody wanted. She ends as a young woman choosing the life she has — on purpose.</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across Ch. 1–5: Who is Anne? What three details show what makes her voice distinctive?</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says: “I don’t know what lies around the bend, but I’m going to believe that the best does.” What is the bend in YOUR road? What helps you believe the best is coming?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Character Growth Essay — Publish &amp; Share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Share your finished character growth essay and celebrate two units of hard work!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