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30, Day 1. Novel emoji: ⚔️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two short, simple sentences back to back to reflect a character’s calm, controlled state of mind.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20-minute timer. Craft move: Use two short, simple sentences back to back to reflect a character’s calm, controlled state of mind..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Try combining your two short sentences into one. Which version better shows "calm"?.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two short, calm sentences."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reflected on which character in these chapters stayed steady while others lost their heads. Today: Watch Peter, as High King, calmly plan his challenge to Miraz. Big Q: What does Peter’s calm tell us about leadership? Watch how he plans and prepares — what does his manner reveal about his character?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"Doctor Cornelius dipped his pen and waited . Peter dictated as follows 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"peter told caspian that he was to wounded to fight miraz in single combat" Corrected: "Peter told Caspian that he was too wounded to fight Miraz in single combat."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"peter told caspian that he was to wounded to fight miraz in single combat" Corrected: "Peter told Caspian that he was too wounded to fight Miraz in single combat."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Modeled word walkthrough for "challenge". Definition: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combat: Fighting between two people or groups; single combat means one against one | dictate: To say words aloud for someone else to write down — Peter dictated his challenge letter | marshal: An official who oversees a contest or ceremony and keeps order — marshals of the lists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(text): This week we’re studying dialogue punctuation — the rules for using commas, quotation marks, and end marks when characters speak. Today we’ll define the rules and look at examples from Chapter 13. |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port/script (carry/write): transport | ject (throw): reject | spect (look): inspect, spectator | tract (pull): distract, tractor | script: inscribe | rupt (break): disrupt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port/script (carry/write): transport | ject (throw): reject | spect (look): inspect, spectator | tract (pull): distract, tractor | script: inscribe | rupt (break): disrupt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Literary Analysis — Drafting the Essay
Focus: Draft a second paragraph analyzing your second piece of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C9A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30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King in Command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Week 30  ·  Virtue: Loyalty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short sentences show calm, deliberate action. How does short, simple sentence structure reflect Peter’s calm leadership here?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short, simple sentences describing someone acting calmly and deliberately before an important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two short, simple sentences back to back to reflect a character’s calm, controlled state of mind.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combining your two short sentences into one. Which version better shows "calm"?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two short, calm sentences.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reflected on which character in these chapters stayed steady while others lost their heads.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Peter, as High King, calmly plan his challenge to Miraz.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Peter’s calm tell us about leadership? Watch how he plans and prepares — what does his manner reveal about his character?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how characters handle pressure. Peter faces an enormous decision in Chapter 13: how to save lives without throwing soldiers into...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Cornelius dipped his pen and waited . Peter dictated as follows 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360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93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told caspian that he was to wounded to fight miraz in single combat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told caspian that he was to wounded to fight miraz in single combat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told Caspian that he was too wounded to fight Miraz in single combat.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Detective: "challenge"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5F7FC"/>
          </a:solidFill>
          <a:ln w="1270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Step 1 — Context: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said he would send Miraz a challenge to single combat. What clues does the sentence give you? “Send” and “single combat” suggest this is a formal invitation to fight.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9961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Step 2 — Word Parts: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comes from Latin calumnia — a false accusation, a claim that must be answered. It became an invitation that demands a response.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57984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12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Step 3 — Confirm: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= an invitation to compete or fight; a call that demands an answer.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 between two people or groups; single combat means one against 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say words aloud for someone else to write down — Peter dictated his challenge letter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official who oversees a contest or ceremony and keeps order — marshals of the lists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Dialogue Punctuation — Define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60704"/>
            <a:ext cx="8412480" cy="102870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we’re studying dialogue punctuation — the rules for using commas, quotation marks, and end marks when characters speak. Today we’ll define the rules and look at examples from Chapter 13.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Cumulative Word-Analysis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  -   reject   -   inspect   -   spectator   -   distract   -   tractor   -   inscribe   -   disrupt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port/script (carry/write)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ject (throw)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 (look)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 (pull)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55371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455371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 (break)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Cumulative Word-Analysis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port/script (carry/write)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87168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4328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ject (throw)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576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08576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 (look)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37176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37176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9984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67144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 (pull)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58584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58584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51392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F8E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88552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79992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972800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F8E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10996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 (break)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0140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King in Command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Peter chooses to challenge Miraz to single combat rather than risk a full battle. Why might a leader choose to put himself in danger to protect his army? What does this tell you about Peter?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Glozelle and Sopespian trick Miraz into accepting the challenge by suggesting he is a coward. Why does this work? What does it tell us about Miraz — and about Glozelle and Sopespian?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C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Analysis — Drafting the Essay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second paragraph analyzing your second piece of evidence.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2026-07-11T22:29:48Z</dcterms:created>
  <dcterms:modified xsi:type="dcterms:W3CDTF">2026-07-11T22:29:48Z</dcterms:modified>
</cp:coreProperties>
</file>