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22, Day 3.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Use one strong word ("everywhere," "relentlessly") to build tension before revealing what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Use one strong word ("everywhere," "relentlessly") to build tension before revealing what happens..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Does your sentence leave the reader wanting to know what happens next?.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suspenseful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Harriet built a plan to go back and rescue others. Today: Find out how Harriet stayed one step ahead of slave catchers. Big Q: As you read today, watch for the central idea of the chapter. What is Sterling trying to show us about 8-year-old Harriet’s daily life? Notice the work, the food, the window, and the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"Slave catchers searched everywhere for 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 traveled secretly each night her route stretched far across many states" Corrected: "Harriet traveled secretly each night. Her route stretched far across many states."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 traveled secretly each night her route stretched far across many states" Corrected: "Harriet traveled secretly each night. Her route stretched far across many states."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depress — — to push down | suppress — — to push under; to hide | maintain — — to keep up; to hold steady | obtain — — to take hold of; to get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abolition: The act of ending something, especially slavery. | conductor: A guide on the Underground Railroad; or, the person who runs a train. | obtain: To get or acquire something. | express: To make a thought, feeling, or idea known to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led them bravely through the woods." -&gt; bravely | "She never lost a passenger." -&gt; never | "The Quakers opened their doors widely." -&gt; widely.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led them bravely through the woods." -&gt; bravely | "She never lost a passenger." -&gt; never | "The Quakers opened their doors widely." -&gt; widely.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Everyday -ion words: action, decision, protection | Historical -ion words: emancipation, abolition, revolution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Everyday -ion words: action, decision, protection | Historical -ion words: emancipation, abolition, revolution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Organizing Notes
Focus: Record facts about the risks Harriet faced and how she avoided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22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Catchers Search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22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word "everywhere" build tension, even without any action happening yet?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building suspense about someone or something being searched for, without revealing the outcome.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strong word ("everywhere," "relentlessly") to build tension before revealing what happens.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sentence leave the reader wanting to know what happens next?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suspenseful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Harriet built a plan to go back and rescue others.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how Harriet stayed one step ahead of slave catchers.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central idea of the chapter. What is Sterling trying to show us about 8-year-old Harriet’s daily life? Notice the work, the food, the window, and the North.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catchers searched everywhere for her.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traveled secretly each night her route stretched far across many states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traveled secretly each night her route stretched far across many states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traveled secretly each night. Her route stretched far across many states.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Word Bases: press + tain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means to push. tain means to hold. Both roots build a lot of words you’ll meet in history reading.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= ex- + press (push out)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 = im- + press (push in)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= con- + tain (hold together)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= ob- + tain (take hold of)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7706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 — — to push down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27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— — to push under; to hide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85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— — to keep up; to hold steady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142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— — to take hold of; to get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abolition movement worked to end slavery in the United States.”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✊  abolition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ending something, especially slavery.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became the most famous conductor of the Underground Railroad.”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conductor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on the Underground Railroad; or, the person who runs a train.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“Slave catchers tried to obtain a reward by capturing Harriet.”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obtain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19430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or acquire something.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38506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would express her plans to her family in songs, not in words slave catchers could read.”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express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19430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 thought, feeling, or idea known to others.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led them bravely through the woods.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never lost a passenger.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Quakers opened their doors widely.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led them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bravely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 the woods.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lost a passenger.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Quakers opened their doors widely.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Suffixes -ive, -al, -ic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 -   decision   -   protection   -   emancipation   -   abolition   -   revolution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-ion words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-ion words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Suffixes -ive, -al, -ic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-ion words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-ion words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emancipation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abolition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11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Catchers Search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Say act. Now say action. What did the -ion suffix do to the verb?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Say decide. Now decision. The verb ends in -ide; what happens when -ion is added?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is -ion useful? (Hint: most -ion words name THINGS — they turn actions into things you can talk about.)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Organizing Notes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facts about the risks Harriet faced and how she avoided capture.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