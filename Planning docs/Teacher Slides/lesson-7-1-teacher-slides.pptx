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7, Day 1.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scene-setting: establish a place before introducing the people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Define scene-setting: establish a place before introducing the people in it.. Level-up: ⭐ Name the place  ⭐⭐ Add one detail about its size or feel  ⭐⭐⭐ Add a detail about the people who live there  ⭐⭐⭐⭐ End with a hint that something is about to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opening sentence. Does it describe a place clearly before any people show up?.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opening line and tell us what place you built."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 Today: Meet Mrs. Rachel Lynde and find out what surprising news is coming to Avonlea.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Rachel Lynde lived in Avonlea, a small village."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"mrs rachel lynde walked through avonlea every morning" Corrected: "Mrs. Rachel Lynde walked through Avonlea every morning."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"mrs rachel lynde walked through avonlea every morning" Corrected: "Mrs. Rachel Lynde walked through Avonlea every morning."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con — nect — to join together | com — bine — to mix together | com — pany — people together | con — tinue — to keep going (with what you started)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"companion". Definition: Companion means someone you spend time with — a friend or partner. Our context and word parts got us there!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placid: Calm and peaceful, without strong feeling or movement. | imagine: To make a picture in your mind of something not in front of you. | delight: A feeling of great pleasure or joy.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children ran down the hill." -&gt; children | "Two mice watched from the hedge." -&gt; mice | "Anne had tiny feet and freckled hands." -&gt; feet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children ran down the hill." -&gt; children | "Two mice watched from the hedge." -&gt; mice | "Anne had tiny feet and freckled hands." -&gt; feet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Just add -s: cats, roads, trees | -es or y→ies: boxes, brushes | ies: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Just add -s: cats, roads, trees | -es or y→ies: boxes, brushes | ies: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Character Sketch
Focus: Invent a character who feels like an outsider in a new place. Jot down 2-3 details about who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Lynde Is Surprised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7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Rachel Lynde lived in Avonlea, a small village.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"Mrs. Rachel Lynde lived in Avonlea, a small village."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learn about the setting before we ever meet a character?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description of a town or neighborhood you are inventing. Describe the PLACE before you introduce any people, the way this sentence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scene-setting: establish a place before introducing the people in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Name the place  ⭐⭐ Add one detail about its size or feel  ⭐⭐⭐ Add a detail about the people who live there  ⭐⭐⭐⭐ End with a hint that something is about to happen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opening sentence. Does it describe a place clearly before any people show up?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opening line and tell us what place you built.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recap - first day of unit)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Mrs. Rachel Lynde and find out what surprising news is coming to Avonlea.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Rachel Lynde lived in Avonlea, a small village.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rachel lynde walked through avonlea every morning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rachel lynde walked through avonlea every morning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Rachel Lynde walked through Avonlea every morning.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prefixes con- and com- both mean with or together. They show up in lots of words about people sharing, joining, or coming together. Look for the prefix at the front of long words.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= con- + nect (join together)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= com- + bine (mix together)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= com- + pany (those who go together)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= con- + verse (turning words together)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— nect — to join together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— bine — to mix together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— pany — people together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— tinue — to keep going (with what you started)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"companion"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Sentence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this, Matthew's companion stopped talking for a moment."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in the book. What clues does the sentence give you? Matthew is in the buggy with Anne. The author calls Anne his companion — the person riding along with him. So companion must describe someone who goes with you, who keeps you company.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Word Parts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see a root, prefix, or suffix you recognize?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we close?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6440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means someone you spend time with — a friend or partner. Our context and word parts got us there!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“Matthew was placidly driving over the hollow and up the hill.”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😌  placid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and peaceful, without strong feeling or movement.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love to imagine things, said Anne.”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23672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imagine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547622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picture in your mind of something not in front of you.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named the long road "The White Way of Delight."”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delight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feeling of great pleasure or joy.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Irregular Plural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ran down the hill.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mice watched from the hedge.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had tiny feet and freckled hands.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Irregular Plural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 down the hill.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watched from the hedge.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had tiny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freckled hands.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Plural Endings (-s, -es, y→ies)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  -   roads   -   trees   -   boxes   -   brushes   -   stories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-s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 or y→ies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Plural Endings (-s, -es, y→ies)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-s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18688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 or y→ies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1024128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Lynde Is Surprised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 words: how do you make them plural? What changes?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box and brush get -es. Why not just -s? (Try saying "boxs" — it doesn't work.)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Group B: puppy becomes puppies. What changes about the ending? Look at the last letter of the singular.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Character Sketch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 character who feels like an outsider in a new place. Jot down 2-3 details about who they are.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