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11,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a movement simile as a craft technique, then apply your own original simile.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Identify a movement simile as a craft technique, then apply your own original simile.. Level-up: ⭐ Use one simile  ⭐⭐ Make the comparison original, not overused  ⭐⭐⭐ Add a setting detail in the same sentence  ⭐⭐⭐⭐ Match the simile to your character’s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plain movement verb (walked, ran) in your draft. Add a simile that shows HOW they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movement simile and what it reveals about your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tried a new way to flavor something, with mixed results. Today: Watch Anne accept a daring dare from her friends.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"“I will walk that ridgepole,” said Anne solemnly."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climbed the ladder she will walk the ridgepole no matter what" Corrected: "Anne climbed the ladder. She will walk the ridgepole no matter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climbed the ladder she will walk the ridgepole no matter what" Corrected: "Anne climbed the ladder. She will walk the ridgepole no matter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kindred: Alike in spirit; sharing the same feelings, ideas, or imagination. | vivacious: Lively; full of energy and good spirits. | precarious: Unsafe; dangerously unsteady; not securely held in place. | exquisite: Beautiful in a delicate, refined way; very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climbed the ladder to the roof." -&gt; climbed | "Anne will walk that ridgepole." -&gt; will | "The doctor set her ankle that night." -&gt;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climbed the ladder to the roof." -&gt; climbed | "Anne will walk that ridgepole." -&gt; will | "The doctor set her ankle that night." -&gt;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 stays: days, delays, boys | y → i: flies, ladies, studied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 stays: days, delays, boys | y → i: flies, ladies, studied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22-23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"“She had come dancing up the lane, like a windblown sprite, through the mellow sunshine and lazy shadows of the August evening.”"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A Turning Point
Focus: Show your character following through on a dare or bold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11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22-23</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Anne Comes to Grief</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11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will walk that ridgepole," said Anne solemnly.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"She had come dancing up the lane, like a windblown sprite, through the mellow sunshine."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comparing Anne to "a windblown sprite" add that a plain description would not?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moment when your character moves through a setting in a distinctive way. Use a simile ("like a ___") to compare their movement to something unexpected.</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a movement simile as a craft technique, then apply your own original simile.</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Use one simile  ⭐⭐ Make the comparison original, not overused  ⭐⭐⭐ Add a setting detail in the same sentence  ⭐⭐⭐⭐ Match the simile to your character’s personality</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plain movement verb (walked, ran) in your draft. Add a simile that shows HOW they moved.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movement simile and what it reveals about your character.</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tried a new way to flavor something, with mixed results.</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Anne accept a daring dare from her friends.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will walk that ridgepole,” said Anne solemnly.</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climbed the ladder she will walk the ridgepole no matter what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climbed the ladder she will walk the ridgepole no matter what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climbed the ladder. She will walk the ridgepole no matter what.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kindred</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Alike in spirit; sharing the same feelings, ideas, or imagination.</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vivacious</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Lively; full of energy and good spirits.</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precarious</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Unsafe; dangerously unsteady; not securely held in place.</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exquisite</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Beautiful in a delicate, refined way; very fine.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Past &amp; Future 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climbed the ladder to the roof.</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will walk that ridgepole.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doctor set her ankle that night.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Past &amp; Future 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climbed</a:t>
            </a:r>
            <a:pPr indent="0" marL="0">
              <a:buNone/>
            </a:pPr>
            <a:r>
              <a:rPr lang="en-US" sz="1500" dirty="0">
                <a:solidFill>
                  <a:srgbClr val="1E293B"/>
                </a:solidFill>
                <a:latin typeface="Calibri" pitchFamily="34" charset="0"/>
                <a:ea typeface="Calibri" pitchFamily="34" charset="-122"/>
                <a:cs typeface="Calibri" pitchFamily="34" charset="-120"/>
              </a:rPr>
              <a:t> the ladder to the roof.</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will</a:t>
            </a:r>
            <a:pPr indent="0" marL="0">
              <a:buNone/>
            </a:pPr>
            <a:r>
              <a:rPr lang="en-US" sz="1500" dirty="0">
                <a:solidFill>
                  <a:srgbClr val="1E293B"/>
                </a:solidFill>
                <a:latin typeface="Calibri" pitchFamily="34" charset="0"/>
                <a:ea typeface="Calibri" pitchFamily="34" charset="-122"/>
                <a:cs typeface="Calibri" pitchFamily="34" charset="-120"/>
              </a:rPr>
              <a:t> walk that ridgepole.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doctor </a:t>
            </a:r>
            <a:pPr indent="0" marL="0">
              <a:buNone/>
            </a:pPr>
            <a:r>
              <a:rPr lang="en-US" sz="1500" b="1" u="sng" dirty="0">
                <a:solidFill>
                  <a:srgbClr val="34B76F"/>
                </a:solidFill>
                <a:latin typeface="Calibri" pitchFamily="34" charset="0"/>
                <a:ea typeface="Calibri" pitchFamily="34" charset="-122"/>
                <a:cs typeface="Calibri" pitchFamily="34" charset="-120"/>
              </a:rPr>
              <a:t>set</a:t>
            </a:r>
            <a:pPr indent="0" marL="0">
              <a:buNone/>
            </a:pPr>
            <a:r>
              <a:rPr lang="en-US" sz="1500" dirty="0">
                <a:solidFill>
                  <a:srgbClr val="1E293B"/>
                </a:solidFill>
                <a:latin typeface="Calibri" pitchFamily="34" charset="0"/>
                <a:ea typeface="Calibri" pitchFamily="34" charset="-122"/>
                <a:cs typeface="Calibri" pitchFamily="34" charset="-120"/>
              </a:rPr>
              <a:t> her ankle that night.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 → i Before Suffix</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days   -   delays   -   boys   -   flies   -   ladies   -   studied</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y stays</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y → 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 → i Before Suffix</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y stays</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days</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delays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boys</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y → i</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flies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ladies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studied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22-23</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Anne Comes to Grief</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In Ch. 25, Matthew — the shyest man in Avonlea — walks into a strange store and tries to buy Anne a dress. He is so flustered by the lady clerk that he buys a garden rake and 20 pounds of brown sugar by mistake. Then he asks Mrs. Lynde for help. On Christmas morning, Anne unwraps a soft brown dress with the puffed sleeves she has longed for since Ch. 11. Matthew, who barely speaks, has been watching Anne all year. He saw what she wanted most. He saw it, and he did the bravest thing he could to give it to her.</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is invited to tea at the manse and is called “Miss Anne Shirley” for the first time. Why does being called “Miss” mean so much to Anne?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“She had come dancing up the lane, like a windblown sprite, through the mellow sunshine and lazy shadows of the August evening.”</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time of day is it? What is the weather like? What is Anne’s mood? How do you know all this from one sentence?</a:t>
            </a:r>
            <a:endParaRPr lang="en-US" sz="1200" dirty="0"/>
          </a:p>
        </p:txBody>
      </p:sp>
      <p:sp>
        <p:nvSpPr>
          <p:cNvPr id="11" name="Shape 9"/>
          <p:cNvSpPr/>
          <p:nvPr/>
        </p:nvSpPr>
        <p:spPr>
          <a:xfrm>
            <a:off x="365760" y="2859024"/>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92303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92303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specific images</a:t>
            </a:r>
            <a:endParaRPr lang="en-US" sz="1200" dirty="0"/>
          </a:p>
        </p:txBody>
      </p:sp>
      <p:sp>
        <p:nvSpPr>
          <p:cNvPr id="14" name="Shape 12"/>
          <p:cNvSpPr/>
          <p:nvPr/>
        </p:nvSpPr>
        <p:spPr>
          <a:xfrm>
            <a:off x="365760" y="3480816"/>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54482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54482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A Turning Point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Show your character following through on a dare or bold decision.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