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Proofread by reading aloud — catch anything that sounds wrong even if it looks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Proofread by reading aloud — catch anything that sounds wrong even if it looks correct.. Level-up: ⭐ Read one paragraph aloud  ⭐⭐ Read the whole essay aloud  ⭐⭐⭐ Fix one sentence that sounded wrong  ⭐⭐⭐⭐ Ask a partner to listen and give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Read your essay aloud one full time before you consider it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one sentence you changed after hearing it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 soldier stopped Annemarie on the path and questioned her. Today: Discover the truth about what was hidden in the handkerchief.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"Henrik explained what was in the handkerchief."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and her family were they’re safe and they’re coming back to their old apartment" Corrected: "Ellen and her family were there, safe, and they’re coming back to their old apartment."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and her family were they’re safe and they’re coming back to their old apartment" Corrected: "Ellen and her family were there, safe, and they’re coming back to their old apartment."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transform — — to change shape across | uniform — — one shape; matching clothes | inflect — — to bend voice or meaning inward | deflect — — to bend away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proceed: To move forward; to continue. | concede: To give in; to admit defeat or yield. | access: A way to reach or enter something. | symbol: An object or image that stands for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"There were dogs on the path." -&gt; There | "The handkerchief did its job." -&gt; its | "They’re on the boat to Sweden." -&gt; They’re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"There were dogs on the path." -&gt; There | "The handkerchief did its job." -&gt; its | "They’re on the boat to Sweden." -&gt; They’re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little, simple, gentle | Consonant + LE (-dle, -ble): candle, needle,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little, simple, gentle | Consonant + LE (-dle, -ble): candle, needle, trouble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Type Final Draft
Focus: Type your final essay draft, reading each sentence aloud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19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16-17</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Truth About the Handkerchief</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Henrik explained what was in the handkerchief.</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"Henrik explained what was in the handkerchief."</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small, ordinary object (a handkerchief) turn out to be an important part of the plan all along?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As you type your final essay, read each sentence aloud. Fix any sentence that doesn’t sound right.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Proofread by reading aloud — catch anything that sounds wrong even if it looks correct.</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Read one paragraph aloud  ⭐⭐ Read the whole essay aloud  ⭐⭐⭐ Fix one sentence that sounded wrong  ⭐⭐⭐⭐ Ask a partner to listen and give feedback</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Read your essay aloud one full time before you consider it finished.</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one sentence you changed after hearing it read aloud.</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 soldier stopped Annemarie on the path and questioned her.</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Discover the truth about what was hidden in the handkerchief.</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Henrik explained what was in the handkerchief.</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and her family were they’re safe and they’re coming back to their old apartment</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810768"/>
          </a:xfrm>
          <a:prstGeom prst="roundRect">
            <a:avLst>
              <a:gd name="adj" fmla="val 11278"/>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82168"/>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and her family were they’re safe and they’re coming back to their old apartment</a:t>
            </a:r>
            <a:endParaRPr lang="en-US" sz="1600" dirty="0"/>
          </a:p>
        </p:txBody>
      </p:sp>
      <p:sp>
        <p:nvSpPr>
          <p:cNvPr id="9" name="Text 7"/>
          <p:cNvSpPr/>
          <p:nvPr/>
        </p:nvSpPr>
        <p:spPr>
          <a:xfrm>
            <a:off x="457200" y="2036064"/>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474976"/>
            <a:ext cx="8412480" cy="960120"/>
          </a:xfrm>
          <a:prstGeom prst="roundRect">
            <a:avLst>
              <a:gd name="adj" fmla="val 9524"/>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298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822448"/>
            <a:ext cx="7863840" cy="57607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Ellen and her family were there, safe, and they’re coming back to their old apartment.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form + flect/flex</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form means shape. flect and flex both mean to bend. Together they help build words about shaping and changing.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conform = con- + form (shape together; fit in)</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reform = re- + form (shape again)</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reflect = re- + flect (to bend back; light or thought)</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flexible = flex + -ible (able to bend)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transform — — to change shape across</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uniform — — one shape; matching clothes</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inflect — — to bend voice or meaning inward</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deflect — — to bend away from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“After the soldiers left, the family could proceed with the funeral.”</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proceed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forward; to continue.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“Uncle Henrik would not concede that he was lying — not at first.”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concede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give in; to admit defeat or yield.</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wanted access to the casket before the family could close it.”</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access</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way to reach or enter something.</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Star of David necklace is a symbol of Ellen’s family and faith.”</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symbol</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 object or image that stands for an idea.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There were dogs on the path.</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handkerchief did its job.</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They’re on the boat to Sweden.</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There</a:t>
            </a:r>
            <a:pPr indent="0" marL="0">
              <a:buNone/>
            </a:pPr>
            <a:r>
              <a:rPr lang="en-US" sz="1500" dirty="0">
                <a:solidFill>
                  <a:srgbClr val="1E293B"/>
                </a:solidFill>
                <a:latin typeface="Calibri" pitchFamily="34" charset="0"/>
                <a:ea typeface="Calibri" pitchFamily="34" charset="-122"/>
                <a:cs typeface="Calibri" pitchFamily="34" charset="-120"/>
              </a:rPr>
              <a:t> were dogs on the path.</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handkerchief did </a:t>
            </a:r>
            <a:pPr indent="0" marL="0">
              <a:buNone/>
            </a:pPr>
            <a:r>
              <a:rPr lang="en-US" sz="1500" b="1" u="sng" dirty="0">
                <a:solidFill>
                  <a:srgbClr val="34B76F"/>
                </a:solidFill>
                <a:latin typeface="Calibri" pitchFamily="34" charset="0"/>
                <a:ea typeface="Calibri" pitchFamily="34" charset="-122"/>
                <a:cs typeface="Calibri" pitchFamily="34" charset="-120"/>
              </a:rPr>
              <a:t>its</a:t>
            </a:r>
            <a:pPr indent="0" marL="0">
              <a:buNone/>
            </a:pPr>
            <a:r>
              <a:rPr lang="en-US" sz="1500" dirty="0">
                <a:solidFill>
                  <a:srgbClr val="1E293B"/>
                </a:solidFill>
                <a:latin typeface="Calibri" pitchFamily="34" charset="0"/>
                <a:ea typeface="Calibri" pitchFamily="34" charset="-122"/>
                <a:cs typeface="Calibri" pitchFamily="34" charset="-120"/>
              </a:rPr>
              <a:t> job.</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They’re</a:t>
            </a:r>
            <a:pPr indent="0" marL="0">
              <a:buNone/>
            </a:pPr>
            <a:r>
              <a:rPr lang="en-US" sz="1500" dirty="0">
                <a:solidFill>
                  <a:srgbClr val="1E293B"/>
                </a:solidFill>
                <a:latin typeface="Calibri" pitchFamily="34" charset="0"/>
                <a:ea typeface="Calibri" pitchFamily="34" charset="-122"/>
                <a:cs typeface="Calibri" pitchFamily="34" charset="-120"/>
              </a:rPr>
              <a:t> on the boat to Sweden.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little   -   simple   -   gentle   -   candle   -   needle   -   trouble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Consonant + LE (-tle, -ple, -tle)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Consonant + LE (-dle, -ble)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Consonant + LE (-tle, -ple, -tle)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little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simple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gentle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Consonant + LE (-dle, -ble)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candle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needle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trouble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16-17</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Truth About the Handkerchief</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little. The -tle at the end is a syllable by itself. What letter pattern is it?</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Say candle. Same pattern: consonant + l + e. The -dle is one syllable.</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this pattern? (Hint: when you SEE consonant-le at the end of a word, you know how to break it into syllables for reading.)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Type Final Draft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Type your final essay draft, reading each sentence aloud as you go.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