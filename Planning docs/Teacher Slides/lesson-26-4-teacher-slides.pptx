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26, Day 4. Novel emoji: ⚔️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Show careful listening through an action ("listened carefully") rather than just stating a feeling.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20-minute timer. Craft move: Show careful listening through an action ("listened carefully") rather than just stating a feeling..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Reread your sentence. Does the action show attentiveness, or does it just tell us?.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sentence about listening carefully."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a Dwarf named Trumpkin was rescued by the children and began to tell his tale. Today: Discuss what the Dwarf’s story reveals about how much time has passed in Narnia. Big Q: How does this poem connect to what the Pevensie children experience when they return to Narnia? What does the poem suggest the land itself remembers?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"The Dwarf settled down and told his tale, and the children listened carefully."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dwarf settled down and told his tale and the children listened carefully" Corrected: "The Dwarf settled down and told his tale, and the children listened carefully."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dwarf settled down and told his tale and the children listened carefully" Corrected: "The Dwarf settled down and told his tale, and the children listened carefully."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junction: A place where things meet or connect, especially where train lines split. | thicket: A dense group of bushes or small trees growing closely together. | brambles: Thorny bushes, especially wild blackberry or raspberry bushes with prickly stems. | inhabited: Lived in; having people or creatures living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(text): What happens when a writer doesn’t use conjunctions? Read these two versions of the same paragraph and notice the difference. | Peter drew his sword. Susan grabbed her bow. Edmund found his torch. Lucy held her cordial. They were ready. | Peter drew his sword, and Susan grabbed her bow. Edmund found his torch, and Lucy held her cordial. Together, they were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spotter: "I’m a place where paths or train tracks meet. I have 3 syllables and my root means “join.”" -&gt; junction | "I’m a dense tangle of bushes that scratches anyone who walks through. I have 2 syllables." -&gt; thicket | "I’m thorny, prickly, and wild. I grow where no one tends the garden. I have 2 syllables." -&gt; brambles | "I mean “lived in” — but in the ruins of Cair Paravel, I’m what the castle is NOT anymore. I have 4 syllables." -&gt; inhabited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spotter: "I’m a place where paths or train tracks meet. I have 3 syllables and my root means “join.”" -&gt; junction | "I’m a dense tangle of bushes that scratches anyone who walks through. I have 2 syllables." -&gt; thicket | "I’m thorny, prickly, and wild. I grow where no one tends the garden. I have 2 syllables." -&gt; brambles | "I mean “lived in” — but in the ruins of Cair Paravel, I’m what the castle is NOT anymore. I have 4 syllables." -&gt; inhabited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3 - Discussion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Literary Analysis — Noticing Evidence
Focus: Look back at your notes from this week. Which moment is your strongest piece of evidence so far?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C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26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3 - Discussion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Dwarf’s Tale Reveals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Week 26  ·  Virtue: Loyalty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last Writer’s Workshop day of the week. What has this week’s writing focus been about noticing?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about listening carefully to someone else’s story or perspective — the way the children listen to Trumpkin.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careful listening through an action ("listened carefully") rather than just stating a feeling.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your sentence. Does the action show attentiveness, or does it just tell us?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sentence about listening carefully.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a Dwarf named Trumpkin was rescued by the children and began to tell his tale.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what the Dwarf’s story reveals about how much time has passed in Narnia.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poem connect to what the Pevensie children experience when they return to Narnia? What does the poem suggest the land itself remembers?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step back and think about the big picture. You&amp;rsquo;ve read three chapters of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Dwarf settled down and told his tale, and the children listened carefully.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dwarf settled down and told his tale and the children listened carefully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dwarf settled down and told his tale and the children listened carefully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Dwarf settled down and told his tale, and the children listened carefully.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where things meet or connect, especially where train lines split.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group of bushes or small trees growing closely together.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brambles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Thorny bushes, especially wild blackberry or raspberry bushes with prickly stems.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inhabited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 in; having people or creatures living there.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writer doesn’t use conjunctions? Read these two versions of the same paragraph and notice the difference.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984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8412480" cy="743712"/>
          </a:xfrm>
          <a:prstGeom prst="roundRect">
            <a:avLst>
              <a:gd name="adj" fmla="val 12295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350008"/>
            <a:ext cx="8046720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drew his sword. Susan grabbed her bow. Edmund found his torch. Lucy held her cordial. They were ready.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093720"/>
            <a:ext cx="8412480" cy="743712"/>
          </a:xfrm>
          <a:prstGeom prst="roundRect">
            <a:avLst>
              <a:gd name="adj" fmla="val 12295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03448"/>
            <a:ext cx="8046720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drew his sword, and Susan grabbed her bow. Edmund found his torch, and Lucy held her cordial. Together, they were ready.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ERROR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a place where paths or train tracks meet. I have 3 syllables and my root means “join.”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a dense tangle of bushes that scratches anyone who walks through. I have 2 syllables.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thorny, prickly, and wild. I grow where no one tends the garden. I have 2 syllables.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mean “lived in” — but in the ruins of Cair Paravel, I’m what the castle is NOT anymore. I have 4 syllables.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word that is WRONG. Write the correct spelling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a place where paths or train tracks meet. I have 3 syllables and my root means “join.”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a dense tangle of bushes that scratches anyone who walks through. I have 2 syllables.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thorny, prickly, and wild. I grow where no one tends the garden. I have 2 syllables.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mean “lived in” — but in the ruins of Cair Paravel, I’m what the castle is NOT anymore. I have 4 syllables.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3 - Discussion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Dwarf’s Tale Reveals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What’s different? How do conjunctions change the way this paragraph sounds and feels? Without them, each sentence stands alone — choppy and separate. With them, the ideas flow together and the characters feel connected.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kind of story is this going to be? What do you think will happen next?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Of everything you’ve read so far, what moment surprised you the most? Why?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Analysis — Noticing Evidence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notes from this week. Which moment is your strongest piece of evidence so far?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2026-07-11T22:29:48Z</dcterms:created>
  <dcterms:modified xsi:type="dcterms:W3CDTF">2026-07-11T22:29:48Z</dcterms:modified>
</cp:coreProperties>
</file>