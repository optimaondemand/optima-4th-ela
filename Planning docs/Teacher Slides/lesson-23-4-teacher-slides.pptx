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23, Day 4. Novel emoji: 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Use a single strong adverb ("steadily," "relentlessly") to describe effort over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18-minute timer. Craft move: Use a single strong adverb ("steadily," "relentlessly") to describe effort over time.. Level-up: n/a.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Try swapping your adverb for two or three others. Which one is most precise?.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your steady-effort sentence."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on June 2, 1863, Harriet led a Union Army raid on the Combahee River. Today: See how Harriet kept serving steadily as the war continued. Big Q: As you read today, watch for the central idea of the chapter. What is Sterling trying to show us about 8-year-old Harriet’s daily life? Notice the work, the food, the window, and the North.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"Harriet worked more steadily as the war went on."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"the soldiers fought less hopefully but harriet pushed on more faithfully than before" Corrected: "The soldiers fought less hopefully, but Harriet pushed on more faithfully than before."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"the soldiers fought less hopefully but harriet pushed on more faithfully than before" Corrected: "The soldiers fought less hopefully, but Harriet pushed on more faithfully than before."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Morphology: allev — iate — to lift away (a burden) | lev — itate — to rise off the ground | insist — — to stand firmly on a point | assist — — to stand with; to help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elevate: To lift up; to raise to a higher level. | resist: To stand against; to refuse to give in. | persist: To keep going; to refuse to stop. | abolitionist: A person who worked to end (abolish) slavery.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"She served longer than most Union scouts." -&gt; longer | "Survivors remembered her more vividly than any general." -&gt; more | "History treated her more kindly than her own time did." -&gt; more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"She served longer than most Union scouts." -&gt; longer | "Survivors remembered her more vividly than any general." -&gt; more | "History treated her more kindly than her own time did." -&gt; more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Government and war terms: government, legislation, invasion | Names from the week: Lincoln, Wendell, Sherman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Government and war terms: government, legislation, invasion | Names from the week: Lincoln, Wendell, Sherman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Chapter 16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Research Writing — Drafting
Focus: Look back at your notes so far. Which facts are strongest evidence for your research question?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D9A05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23  ·  DAY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16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Through the War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🚂  Week 23  ·  Virtue: Justice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"steadily" suggest about Harriet’s character over a long, hard stretch of time?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sentence about someone who kept doing something steadily over a long, difficult time.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single strong adverb ("steadily," "relentlessly") to describe effort over time.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216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swapping your adverb for two or three others. Which one is most precise?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steady-effort sentence.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on June 2, 1863, Harriet led a Union Army raid on the Combahee River.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Harriet kept serving steadily as the war continued.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read today, watch for the central idea of the chapter. What is Sterling trying to show us about 8-year-old Harriet’s daily life? Notice the work, the food, the window, and the North.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slow down at the start of a book. The first chapters tell you who the characters are, where they live, and what troub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worked more steadily as the war went 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59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soldiers fought less hopefully but harriet pushed on more faithfully than before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soldiers fought less hopefully but harriet pushed on more faithfully than before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74976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29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22448"/>
            <a:ext cx="7863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soldiers fought less hopefully, but Harriet pushed on more faithfully than before.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Morphology: Word Bases: lev + sist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6070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155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 means to raise or lift. sist means to stand. Both roots build lots of words about strength, position, and persistence.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5910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PARTS REFERENCE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= e- + lev + -ate (to lift up)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 = a tool for raising heavy things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 = re- + sist (stand against)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= per- + sist (stand through; keep standing)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6289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- FILL IN THE MISSING PART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849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29306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allev — iate — to lift away (a burden)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3421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3878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 — itate — to rise off the ground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7993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38450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insist — — to stand firmly on a point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42565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43022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 — — to stand with; to help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1176528"/>
          </a:xfrm>
          <a:prstGeom prst="roundRect">
            <a:avLst>
              <a:gd name="adj" fmla="val 777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Combahee Raid helped elevate Harriet to national fame.”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⬆️  elevate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23644"/>
            <a:ext cx="379476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lift up; to raise to a higher level.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4069080" cy="1176528"/>
          </a:xfrm>
          <a:prstGeom prst="roundRect">
            <a:avLst>
              <a:gd name="adj" fmla="val 777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“Enslaved people found many ways to resist the system that controlled their lives.”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0916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✊  resist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1723644"/>
            <a:ext cx="379476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stand against; to refuse to give in.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200656"/>
            <a:ext cx="4069080" cy="1176528"/>
          </a:xfrm>
          <a:prstGeom prst="roundRect">
            <a:avLst>
              <a:gd name="adj" fmla="val 777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292096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“Harriet persisted in her work even after the war became long and brutal.”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269900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persist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009900"/>
            <a:ext cx="379476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keep going; to refuse to stop.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2200656"/>
            <a:ext cx="4069080" cy="1176528"/>
          </a:xfrm>
          <a:prstGeom prst="roundRect">
            <a:avLst>
              <a:gd name="adj" fmla="val 777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2292096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“Frederick Douglass and Wendell Phillips were famous abolitionists who admired Harriet.”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09160" y="269900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abolitionist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9160" y="3009900"/>
            <a:ext cx="379476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who worked to end (abolish) slavery.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Daily Oral Language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TARGET WORD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served longer than most Union scouts.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Survivors remembered her more vividly than any general.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treated her more kindly than her own time did.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6484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target word. Write it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Daily Oral Language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served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most Union scouts.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Survivors remembered her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vividly than any general.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treated her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kindly than her own time did.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Schwa &amp; Accent in Academic Words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  -   legislation   -   invasion   -   Lincoln   -   Wendell   -   Sherman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and war terms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from the week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Schwa &amp; Accent in Academic Words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and war terms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invasion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81728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18888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from the week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0328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Lincoln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0328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Wendell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0328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Sherman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Chapter 16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Through the War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words have softer unstressed syllables?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606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Which words are names, and which are history terms?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310128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40156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How does saying the word aloud help you spell the quiet syllables?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Writing — Drafting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back at your notes so far. Which facts are strongest evidence for your research question?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2026-07-11T22:08:21Z</dcterms:created>
  <dcterms:modified xsi:type="dcterms:W3CDTF">2026-07-11T22:08:21Z</dcterms:modified>
</cp:coreProperties>
</file>