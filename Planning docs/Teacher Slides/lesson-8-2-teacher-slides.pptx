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8,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how a character’s posture (kneeling, looking up gravely) reveals sincerity, then apply that in your own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Identify how a character’s posture (kneeling, looking up gravely) reveals sincerity, then apply that in your own scene.. Level-up: ⭐ Include the honest question as dialogue  ⭐⭐ Add a posture detail  ⭐⭐⭐ Add a facial expression detail  ⭐⭐⭐⭐ Show the listener’s reaction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moment of dialogue in your draft. Add one detail about the character’s posture or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honest question and the posture detail you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Marilla decided to keep Anne at Green Gables. Today: See how Anne’s new life at Green Gables begins.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"“Why must people kneel down to pray?”"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"annes prayer was unlike any marilla had ever heard" Corrected: "Anne’s prayer was unlike any Marilla had ever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"annes prayer was unlike any marilla had ever heard" Corrected: "Anne’s prayer was unlike any Marilla had ever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transfigured: Changed in form or appearance, especially in a beautiful or lighting-up way. | irresistible: Too tempting or strong to resist. | benevolent: Kindly; meaning well; gentle in spirit. | penitent: Feeling truly sorry for doing something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"Marilla’s kitchen smelled of apples." -&gt; Marilla’s | "Diana’s house was just up the hill." -&gt; Diana’s | "The orphans’ asylum was far away." -&gt; orphans’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"Marilla’s kitchen smelled of apples." -&gt; Marilla’s | "Diana’s house was just up the hill." -&gt; Diana’s | "The orphans’ asylum was far away." -&gt; orphans’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Plural: girls, boys, orphans | Possessive: girl's, boy's, Anne's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Plural: girls, boys, orphans | Possessive: girl's, boy's, Anne's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"“Anne knelt at Marilla’s knee and looked up gravely.”"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Setting &amp; Belonging
Focus: Show your character starting to learn the rules of their new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8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7-8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Anne's Bringing-Up Begins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8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"Why must people kneel down to pray?"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 knelt at Marilla’s knee and looked up gravely."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asking an honest question reveal about a character who is new to a place’s customs?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scene where your character asks an honest, curious question about a custom or rule that is new to them. Include one line of narration describing their posture or expression, like the mentor sentence does.</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how a character’s posture (kneeling, looking up gravely) reveals sincerity, then apply that in your own scene.</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Include the honest question as dialogue  ⭐⭐ Add a posture detail  ⭐⭐⭐ Add a facial expression detail  ⭐⭐⭐⭐ Show the listener’s reaction too</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moment of dialogue in your draft. Add one detail about the character’s posture or expression.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honest question and the posture detail you added.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Marilla decided to keep Anne at Green Gables.</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how Anne’s new life at Green Gables begins.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“Why must people kneel down to pray?”</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annes prayer was unlike any marilla had ever heard</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annes prayer was unlike any marilla had ever heard</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Anne’s prayer was unlike any Marilla had ever heard.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transfigured</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Changed in form or appearance, especially in a beautiful or lighting-up way.</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irresistible</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Too tempting or strong to resist.</a:t>
            </a:r>
            <a:endParaRPr lang="en-US" sz="1100" dirty="0"/>
          </a:p>
        </p:txBody>
      </p:sp>
      <p:sp>
        <p:nvSpPr>
          <p:cNvPr id="11" name="Shape 9"/>
          <p:cNvSpPr/>
          <p:nvPr/>
        </p:nvSpPr>
        <p:spPr>
          <a:xfrm>
            <a:off x="32004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benevolent</a:t>
            </a:r>
            <a:endParaRPr lang="en-US" sz="1400" dirty="0"/>
          </a:p>
        </p:txBody>
      </p:sp>
      <p:sp>
        <p:nvSpPr>
          <p:cNvPr id="13" name="Text 11"/>
          <p:cNvSpPr/>
          <p:nvPr/>
        </p:nvSpPr>
        <p:spPr>
          <a:xfrm>
            <a:off x="45720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Kindly; meaning well; gentle in spirit.</a:t>
            </a:r>
            <a:endParaRPr lang="en-US" sz="1100" dirty="0"/>
          </a:p>
        </p:txBody>
      </p:sp>
      <p:sp>
        <p:nvSpPr>
          <p:cNvPr id="14" name="Shape 12"/>
          <p:cNvSpPr/>
          <p:nvPr/>
        </p:nvSpPr>
        <p:spPr>
          <a:xfrm>
            <a:off x="457200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penitent</a:t>
            </a:r>
            <a:endParaRPr lang="en-US" sz="1400" dirty="0"/>
          </a:p>
        </p:txBody>
      </p:sp>
      <p:sp>
        <p:nvSpPr>
          <p:cNvPr id="16" name="Text 14"/>
          <p:cNvSpPr/>
          <p:nvPr/>
        </p:nvSpPr>
        <p:spPr>
          <a:xfrm>
            <a:off x="470916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Feeling truly sorry for doing something wrong.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Marilla’s kitchen smelled of apples.</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Diana’s house was just up the hill.</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orphans’ asylum was far away.</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Marilla’s</a:t>
            </a:r>
            <a:pPr indent="0" marL="0">
              <a:buNone/>
            </a:pPr>
            <a:r>
              <a:rPr lang="en-US" sz="1500" dirty="0">
                <a:solidFill>
                  <a:srgbClr val="1E293B"/>
                </a:solidFill>
                <a:latin typeface="Calibri" pitchFamily="34" charset="0"/>
                <a:ea typeface="Calibri" pitchFamily="34" charset="-122"/>
                <a:cs typeface="Calibri" pitchFamily="34" charset="-120"/>
              </a:rPr>
              <a:t> kitchen smelled of apples.</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Diana’s</a:t>
            </a:r>
            <a:pPr indent="0" marL="0">
              <a:buNone/>
            </a:pPr>
            <a:r>
              <a:rPr lang="en-US" sz="1500" dirty="0">
                <a:solidFill>
                  <a:srgbClr val="1E293B"/>
                </a:solidFill>
                <a:latin typeface="Calibri" pitchFamily="34" charset="0"/>
                <a:ea typeface="Calibri" pitchFamily="34" charset="-122"/>
                <a:cs typeface="Calibri" pitchFamily="34" charset="-120"/>
              </a:rPr>
              <a:t> house was just up the hill.</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orphans’ asylum was far away.</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Possessives vs Plurals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girls   -   boys   -   orphans   -   girl's   -   boy's   -   Anne's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Plural</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Possessive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Possessives vs Plurals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Plural</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girls</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boys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orphans</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Possessive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girl's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boy's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Anne's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7-8</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Anne's Bringing-Up Begins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has never belonged anywhere. She invents Katie Maurice in a bookcase and Violetta in an echo because no real people stayed. By the end of Ch. 10, walking down the lane with Marilla, she slips her hand into Marilla’s and says, “It’s lovely to be going home and know it’s home.” For the first time, a place is hers.</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Anne’s very first prayer ends with “Yours respectfully, Anne Shirley.” What does this odd prayer reveal about Anne’s ideas of God and grown-ups?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“Anne knelt at Marilla’s knee and looked up gravely.”</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112264"/>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7627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17627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sentence? What does “gravely” tell us about Anne in this moment?</a:t>
            </a:r>
            <a:endParaRPr lang="en-US" sz="1200" dirty="0"/>
          </a:p>
        </p:txBody>
      </p:sp>
      <p:sp>
        <p:nvSpPr>
          <p:cNvPr id="11" name="Shape 9"/>
          <p:cNvSpPr/>
          <p:nvPr/>
        </p:nvSpPr>
        <p:spPr>
          <a:xfrm>
            <a:off x="365760" y="2734056"/>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9806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79806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two actions joined by “and”</a:t>
            </a:r>
            <a:endParaRPr lang="en-US" sz="1200" dirty="0"/>
          </a:p>
        </p:txBody>
      </p:sp>
      <p:sp>
        <p:nvSpPr>
          <p:cNvPr id="14" name="Shape 12"/>
          <p:cNvSpPr/>
          <p:nvPr/>
        </p:nvSpPr>
        <p:spPr>
          <a:xfrm>
            <a:off x="365760" y="3355848"/>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419856"/>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419856"/>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Setting &amp; Belonging</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Show your character starting to learn the rules of their new place.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