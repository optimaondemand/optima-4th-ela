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repetition as a craft technique, then apply it for emphasis in your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Identify repetition as a craft technique, then apply it for emphasis in your own writing.. Level-up: ⭐ Repeat a word exactly 3 times  ⭐⭐ Repeat it at the start of two sentences in a row  ⭐⭐⭐ Build to a bigger idea each time you repeat it  ⭐⭐⭐⭐ End your entry on the repeated word or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your most important idea. Try repeating one key word to emphasize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the sentence where you repeated a word for emphasis."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the rats grew suspicious that humans might be watching their colony. Today: Learn about the science experiments at NIMH. Big Q: Today, watch for how the author introduces Jeremy the crow. What does he say? What does he do? What kind of bird is 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""The short life span has always been a limit," said Dr. Schultz."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rats are learning faster than ever before said dr schultz" Corrected: "“The rats are learning faster than ever before,” said Dr. Schultz."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rats are learning faster than ever before said dr schultz" Corrected: "“The rats are learning faster than ever before,” said Dr. Schultz."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snared: Caught in a trap, especially one made of rope or netting. | recognition: Knowing or being able to identify something you have seen before. | experimenting: Trying out new ideas or methods to learn something. | futile: Useless — not able to produce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"Nicodemus told the story." -&gt; story. | "Did the rats escape?" -&gt; escape? | "Watch out!" -&gt;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"Nicodemus told the story." -&gt; story. | "Did the rats escape?" -&gt; escape? | "Watch out!" -&gt;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Double consonant: butter, puppy, letter | Other pattern: paper, tiger,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Double consonant: butter, puppy, letter | Other pattern: paper, tiger,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"“Double it! Even now, years later, years after the injections were stopped, we seem scarcely any older than we were then.”"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Add Dialogue Focus: Add a second moment of dialogue. Make sure it sounds like how that character would really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3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Experiment</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short life span has always been a limit,” said Dr. Schultz.</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"“Double it! Even now, years later, years after the injections...”"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Notice the repeated word "years" in the mentor sentence. What does repeating a word do for the reader?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scientist’s journal entry about a big discovery, using a repeated word or phrase for emphasis, the way the mentor sentence does with "years."</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repetition as a craft technique, then apply it for emphasis in your own writing.</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Repeat a word exactly 3 times  ⭐⭐ Repeat it at the start of two sentences in a row  ⭐⭐⭐ Build to a bigger idea each time you repeat it  ⭐⭐⭐⭐ End your entry on the repeated word or phrase</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your most important idea. Try repeating one key word to emphasize it.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the sentence where you repeated a word for emphasis.</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the rats grew suspicious that humans might be watching their colony.</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Learn about the science experiments at NIMH.</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Jeremy the crow. What does he say? What does he do? What kind of bird is he?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keep noticing new characters as a story grows. Authors don't always tell you who a character is — they let the charac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short life span has always been a limit," said Dr. Schultz.</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rats are learning faster than ever before said dr schultz</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rats are learning faster than ever before said dr schultz</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“The rats are learning faster than ever before,” said Dr. Schultz.</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snared</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Caught in a trap, especially one made of rope or netting.</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recognition</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Knowing or being able to identify something you have seen before.</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experimenting</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Trying out new ideas or methods to learn something.</a:t>
            </a:r>
            <a:endParaRPr lang="en-US" sz="1100" dirty="0"/>
          </a:p>
        </p:txBody>
      </p:sp>
      <p:sp>
        <p:nvSpPr>
          <p:cNvPr id="14" name="Shape 12"/>
          <p:cNvSpPr/>
          <p:nvPr/>
        </p:nvSpPr>
        <p:spPr>
          <a:xfrm>
            <a:off x="457200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futile</a:t>
            </a:r>
            <a:endParaRPr lang="en-US" sz="1400" dirty="0"/>
          </a:p>
        </p:txBody>
      </p:sp>
      <p:sp>
        <p:nvSpPr>
          <p:cNvPr id="16" name="Text 14"/>
          <p:cNvSpPr/>
          <p:nvPr/>
        </p:nvSpPr>
        <p:spPr>
          <a:xfrm>
            <a:off x="470916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Useless — not able to produce a result.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Sentence Types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Nicodemus told the story.</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Did the rats escape?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Watch out!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Sentence Types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Nicodemus told the story.</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Did the rats escape?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Watch out!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Double-Consonant Division</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butter   -   puppy   -   letter   -   paper   -   tiger   -   music</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Double consonant</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Other pattern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Double-Consonant Division</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Double consonant</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butter</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puppy</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letter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Other pattern</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paper</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tiger</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music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15</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Experiment</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The rats' escape from NIMH didn't happen in a day. They were caged, tested, and trained for years. They had to learn to read before they could plan. Mrs. Frisby climbs in the dark to reach the owl when she has no other answer. Neither quits when it gets hard.</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The rats are learning to read. What does Nicodemus realize about Dr Schultz that Dr Schultz doesn't realize?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“Double it! Even now, years later, years after the injections were stopped, we seem scarcely any older than we were then.”</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18944"/>
            <a:ext cx="8412480" cy="531876"/>
          </a:xfrm>
          <a:prstGeom prst="roundRect">
            <a:avLst>
              <a:gd name="adj" fmla="val 17192"/>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282952"/>
            <a:ext cx="2651760" cy="403860"/>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Read like a Reader</a:t>
            </a:r>
            <a:endParaRPr lang="en-US" sz="1250" dirty="0"/>
          </a:p>
        </p:txBody>
      </p:sp>
      <p:sp>
        <p:nvSpPr>
          <p:cNvPr id="10" name="Text 8"/>
          <p:cNvSpPr/>
          <p:nvPr/>
        </p:nvSpPr>
        <p:spPr>
          <a:xfrm>
            <a:off x="3337560" y="2282952"/>
            <a:ext cx="5303520" cy="40386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What is Nicodemus revealing here? Why does he say "Double it!" with an exclamation point?</a:t>
            </a:r>
            <a:endParaRPr lang="en-US" sz="1150" dirty="0"/>
          </a:p>
        </p:txBody>
      </p:sp>
      <p:sp>
        <p:nvSpPr>
          <p:cNvPr id="11" name="Shape 9"/>
          <p:cNvSpPr/>
          <p:nvPr/>
        </p:nvSpPr>
        <p:spPr>
          <a:xfrm>
            <a:off x="365760" y="2823972"/>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87980"/>
            <a:ext cx="2651760" cy="329184"/>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Read like a Writer</a:t>
            </a:r>
            <a:endParaRPr lang="en-US" sz="1250" dirty="0"/>
          </a:p>
        </p:txBody>
      </p:sp>
      <p:sp>
        <p:nvSpPr>
          <p:cNvPr id="13" name="Text 11"/>
          <p:cNvSpPr/>
          <p:nvPr/>
        </p:nvSpPr>
        <p:spPr>
          <a:xfrm>
            <a:off x="3337560" y="2887980"/>
            <a:ext cx="5303520" cy="329184"/>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How did O'Brien build this sentence? Notice the exclamation</a:t>
            </a:r>
            <a:endParaRPr lang="en-US" sz="1150" dirty="0"/>
          </a:p>
        </p:txBody>
      </p:sp>
      <p:sp>
        <p:nvSpPr>
          <p:cNvPr id="14" name="Shape 12"/>
          <p:cNvSpPr/>
          <p:nvPr/>
        </p:nvSpPr>
        <p:spPr>
          <a:xfrm>
            <a:off x="365760" y="3354324"/>
            <a:ext cx="8412480" cy="457200"/>
          </a:xfrm>
          <a:prstGeom prst="roundRect">
            <a:avLst>
              <a:gd name="adj" fmla="val 20000"/>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418332"/>
            <a:ext cx="2651760" cy="329184"/>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Mimic</a:t>
            </a:r>
            <a:endParaRPr lang="en-US" sz="1250" dirty="0"/>
          </a:p>
        </p:txBody>
      </p:sp>
      <p:sp>
        <p:nvSpPr>
          <p:cNvPr id="16" name="Text 14"/>
          <p:cNvSpPr/>
          <p:nvPr/>
        </p:nvSpPr>
        <p:spPr>
          <a:xfrm>
            <a:off x="3337560" y="3418332"/>
            <a:ext cx="5303520" cy="329184"/>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Add Dialogue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Add a second moment of dialogue. Make sure it sounds like how that character would really talk.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2026-07-11T21:52:57Z</dcterms:created>
  <dcterms:modified xsi:type="dcterms:W3CDTF">2026-07-11T21:52:57Z</dcterms:modified>
</cp:coreProperties>
</file>