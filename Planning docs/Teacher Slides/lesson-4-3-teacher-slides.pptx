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4, Day 3.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Apply an indirect emotional phrase ("didn’t have the heart to") to show feeling through reluctance, not through a feeling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Apply an indirect emotional phrase ("didn’t have the heart to") to show feeling through reluctance, not through a feeling word.. Level-up: ⭐ Use the exact phrase once  ⭐⭐ Pair it with one physical detail (what the body does)  ⭐⭐⭐ Explain briefly what’s at stake  ⭐⭐⭐⭐ Avoid every feeling word (sad, scared, worried) in the whole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feeling word in your writing (sad, scared, happy). Replace it with an indirect phrase that shows the same feeling..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"didn’t have the heart to..." sentence (or similar) and tell us what feeling it shows."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Nicodemus described everything that was inside the laboratory — and what wasn’t. Today: Feel how hard it is for a character to face the cage. Big Q: The rats already have everything they need by taking it from humans. But they choose to leave Boniface Estate and move to Thorn Valley — to grow their own food and live on their own work. Harder. Better. Mrs. Frisby volunteers for the Dragon mission knowing how dangerous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""I’m ready," she said quietly."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"im scared she whispered softly" Corrected: "“I’m scared,” she whispered softly."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"im scared she whispered softly" Corrected: "“I’m scared,” she whispered softly."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thankful — full of thanks | useless — without use | darkness — the state of being dark | softly — in a soft 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permanently: The rats wanted a place to live _____ — for many years. | electrocuted: Seven rats were _____ at Henderson's hardware store. | indignantly: “Bulldoze my rosebush?” said Mrs Fitzgibbon _____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listened carefully." -&gt; carefully. | "Climbed over the wall." -&gt;  | "The old man snored." -&gt; snored.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listened carefully." -&gt; carefully. | "Climbed over the wall." -&gt;  | "The old man snored." -&gt; snored.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Chapters 22–23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"“She had not the heart to eat the food that lay on the cage floor.”" 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Narrative Writing — Revise for Strong Verbs Focus: Reread your whole draft and revise for strong verbs from start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22–23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Cage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4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had not the heart to eat the food that lay on the cage floor.”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"“She had not the heart to eat the food that lay on the cage floor.”"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"not the heart to" show about a character’s feelings, without naming the emotion directly?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where a character faces something hard, the way Mrs. Frisby faces the cage. Use a "did not have the heart to..." (or similar) phrase to show reluctance without naming the emotion.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indirect emotional phrase ("didn’t have the heart to") to show feeling through reluctance, not through a feeling word.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the exact phrase once  ⭐⭐ Pair it with one physical detail (what the body does)  ⭐⭐⭐ Explain briefly what’s at stake  ⭐⭐⭐⭐ Avoid every feeling word (sad, scared, worried) in the whole paragraph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20262"/>
            <a:ext cx="80467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feeling word in your writing (sad, scared, happy). Replace it with an indirect phrase that shows the same feeling.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"didn’t have the heart to..." sentence (or similar) and tell us what feeling it shows.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Nicodemus described everything that was inside the laboratory — and what wasn’t.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how hard it is for a character to face the cage.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already have everything they need by taking it from humans. But they choose to leave Boniface Estate and move to Thorn Valley — to grow their own food and live on their own work. Harder. Better. Mrs. Frisby volunteers for the Dragon mission knowing how dangerous it is.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how problems grow. The first problem in a book is rarely the only one — new trouble appears as the story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ready," she said quietly.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scared she whispered softly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scared she whispered softly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scared,” she whispered softly.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Suffixes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suffixes go at the end of words and change the meaning. -ful (full of), -less (without), -ness (the state of being), -ly (in this way).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 = hope + -ful (full of hope)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hopeless = hope + -less (without hope)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= kind + -ness (state of being kind)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= quiet + -ly (in a quiet way)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thankful — full of thanks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— without 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— the state of being dark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softly — in a soft way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wanted a place to live _____ — for many years.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rats were _____ at Henderson's hardware store.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electrocuted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431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345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“Bulldoze my rosebush?” said Mrs Fitzgibbon _____ 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indignantly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listened carefully.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Climbed over the wall.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man snored.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Complete Sentences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listened carefully.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Climbed over the wall.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man snored.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Chapters 22–23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Cage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 you read today, ask yourself: What new problem appears in these chapters? How does it connect to the first problem (Timothy's sickness)?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Mr Ages explains why Jonathan kept secrets from Mrs. Frisby. Why didn't Jonathan tell her — and is his reason a good one?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Mrs. Frisby is alone in the cage. What does she try first? When that fails, what does she do?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had not the heart to eat the food that lay on the cage floor.”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93976"/>
            <a:ext cx="8412480" cy="531876"/>
          </a:xfrm>
          <a:prstGeom prst="roundRect">
            <a:avLst>
              <a:gd name="adj" fmla="val 17192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157984"/>
            <a:ext cx="265176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2157984"/>
            <a:ext cx="530352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"not have the heart" to do something? What is Mrs. Frisby feeling?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699004"/>
            <a:ext cx="8412480" cy="531876"/>
          </a:xfrm>
          <a:prstGeom prst="roundRect">
            <a:avLst>
              <a:gd name="adj" fmla="val 1719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763012"/>
            <a:ext cx="265176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Writer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2763012"/>
            <a:ext cx="530352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O'Brien build this sentence? Notice the phrase "had not the heart"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040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68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37560" y="33680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 in your notebook.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Writing — Revise for Strong Verbs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whole draft and revise for strong verbs from start to finish.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