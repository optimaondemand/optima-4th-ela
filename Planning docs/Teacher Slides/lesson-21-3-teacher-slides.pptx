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21, Day 3. Novel emoji: 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Use a comparison (brighter/bigger/quieter than the rest) to make one detail stand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18-minute timer. Craft move: Use a comparison (brighter/bigger/quieter than the rest) to make one detail stand out..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Make sure your comparison is specific — "brighter than the rest," not just "very bright.".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comparison sentence."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Harriet slipped away from the plantation at night, alone. Today: Travel with Harriet as she follows the North Star toward freedom. Big Q: As you read today, watch for the central idea of the chapter. What is Sterling trying to show us about 8-year-old Harriet’s daily life? Notice the work, the food, the window, and the North.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"The North Star was brighter than the rest."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woods were darker and colder than the fields the path was rougher too" Corrected: "The woods were darker and colder than the fields. The path was rougher too."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woods were darker and colder than the fields the path was rougher too" Corrected: "The woods were darker and colder than the fields. The path was rougher too."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tele — vision — to see from far | tele — scope — an instrument to see far | auto — matic — self-operating | auto — biography — a self-written life story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chronology: The order in which events happened, from first to last. | testimony: A personal account of what someone has seen or done. | autograph: A person’s own signature; literally, ‘self-writing.’ | emancipation: The act of being set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"The Quakers were kinder than the patrollers." -&gt; kinder | "Her journey was longer than she expected." -&gt; longer | "She walked more carefully than ever." -&gt; more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"The Quakers were kinder than the patrollers." -&gt; kinder | "Her journey was longer than she expected." -&gt; longer | "She walked more carefully than ever." -&gt; more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Names (places, people): Maryland, Brodas, Baltimore | Historical terms: plantation, slavery, freedom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Names (places, people): Maryland, Brodas, Baltimore | Historical terms: plantation, slavery, freedom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Research Writing — Gathering Facts
Focus: Note one specific detail from today that you might quote directly in your research piece.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A0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21  ·  DAY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the North Star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Week 21  ·  Virtue: Justice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comparison tell us about how Harriet saw the night sky — and about hope?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comparing one small thing to the things around it, the way the North Star is compared to the rest of the sky.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comparison (brighter/bigger/quieter than the rest) to make one detail stand out.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your comparison is specific — "brighter than the rest," not just "very bright."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comparison sentence.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Harriet slipped away from the plantation at night, alone.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with Harriet as she follows the North Star toward freedom.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central idea of the chapter. What is Sterling trying to show us about 8-year-old Harriet’s daily life? Notice the work, the food, the window, and the North.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North Star was brighter than the rest.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woods were darker and colder than the fields the path was rougher too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810768"/>
          </a:xfrm>
          <a:prstGeom prst="roundRect">
            <a:avLst>
              <a:gd name="adj" fmla="val 11278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woods were darker and colder than the fields the path was rougher too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036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474976"/>
            <a:ext cx="8412480" cy="960120"/>
          </a:xfrm>
          <a:prstGeom prst="roundRect">
            <a:avLst>
              <a:gd name="adj" fmla="val 9524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529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22448"/>
            <a:ext cx="78638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woods were darker and colder than the fields. The path was rougher too.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Prefixes: tele-, auto-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tele- means far or far away. auto- means self. Both prefixes show up in lots of modern words — AND in some that relate to biography and history.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telegraph = tele- + graph (write from far)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telescope = tele- + scope (see from far)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autograph = auto- + graph (self-write)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autobiography = auto- + bio + graphy (self-life-writing)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289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49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9306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— vision — to see from far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421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3878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 — scope — an instrument to see far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7993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8450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— matic — self-operating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2565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3022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— biography — a self-written life story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can list the chronology of Harriet’s escape: first the decision, then the walk, then arrival.”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chronology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in which events happened, from first to last.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“Harriet’s testimony about her escape later became part of the public record.”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testimony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account of what someone has seen or done.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85060"/>
            <a:ext cx="4069080" cy="1536954"/>
          </a:xfrm>
          <a:prstGeom prst="roundRect">
            <a:avLst>
              <a:gd name="adj" fmla="val 594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476500"/>
            <a:ext cx="37947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 could not write her own autograph as a child — slaves were forbidden to learn to read or write.”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05943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autograph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370326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person’s own signature; literally, ‘self-writing.’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385060"/>
            <a:ext cx="4069080" cy="1536954"/>
          </a:xfrm>
          <a:prstGeom prst="roundRect">
            <a:avLst>
              <a:gd name="adj" fmla="val 594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“Harriet’s escape was her own emancipation, years before the war ended slavery for everyone.”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🕊️  emancipation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3194304"/>
            <a:ext cx="3794760" cy="672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 being set free.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Quakers were kinder than the patrollers.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journey was longer than she expected.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walked more carefully than ever.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Quakers were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the patrollers.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journey was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she expected.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walked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carefully than ever.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Suffix -ion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   -   Brodas   -   Baltimore   -   plantation   -   slavery   -   freedom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(places, people)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terms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Suffix -ion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(places, people)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Brodas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terms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freedom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7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the North Star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Say Maryland slowly. How many beats? Where do you naturally split it?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Say plantation. Three beats: plan-ta-tion. Listen for the stressed syllable.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1012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4015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does it help to break a long word into syllables? (Hint: you can spell pieces you can’t spell whole.)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Writing — Gathering Facts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one specific detail from today that you might quote directly in your research piece.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2026-07-11T22:13:24Z</dcterms:created>
  <dcterms:modified xsi:type="dcterms:W3CDTF">2026-07-11T22:13:24Z</dcterms:modified>
</cp:coreProperties>
</file>