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21,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Quote a person’s exact words instead of summarizing — let the words speak for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Quote a person’s exact words instead of summarizing — let the words speak for themselves..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your quotation marks are placed correctly around the exact words..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quoted words you used and what they reveal."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heard the whistle of a train in the distance — a symbol of freedom Harriet couldn’t reach yet. Today: Find out what happened when Harriet was badly hurt — and how her master reacted.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"Master called Harriet not worth a sixpence."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"harriets spirit was stronger than masters whip the older girl had grown tougher than ever" Corrected: "Harriet’s spirit was stronger than Master’s whip. The older girl had grown tougher than ever."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"harriets spirit was stronger than masters whip the older girl had grown tougher than ever" Corrected: "Harriet’s spirit was stronger than Master’s whip. The older girl had grown tougher than ever."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tele — graph — to write/send a message from far away | tele — phone — sound carried from far | auto — graph — a person’s self-signed name | auto — mobile — a self-moving vehicle (a car)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chronology: The order in which events happened, from first to last. | testimony: A personal account of what someone has seen or done. | autograph: A person’s own signature; literally, ‘self-writing.’ | emancipation: The act of being set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was stronger than Master expected." -&gt; stronger | "The woods were darker than the fields." -&gt; darker | "Her new job paid more than nothing."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was stronger than Master expected." -&gt; stronger | "The woods were darker than the fields." -&gt; darker | "Her new job paid more than nothing."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action, decision, protection | Historical -ion words: emancipation, abolition,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action, decision, protection | Historical -ion words: emancipation, abolition,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Gathering Facts
Focus: Record a fact from today’s chapter that shows something about Harriet’s courage or determination.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Worth a Sixpence"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21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cruel thing to say about a person. Why do you think Sterling includes this exact quote instead of just saying "he was cruel"?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where someone’s exact words (quoted directly) show us more about them than a description would.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 person’s exact words instead of summarizing — let the words speak for themselves.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quotation marks are placed correctly around the exact words.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quoted words you used and what they reveal.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heard the whistle of a train in the distance — a symbol of freedom Harriet couldn’t reach yet.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happened when Harriet was badly hurt — and how her master reacted.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called Harriet not worth a sixpence.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harriets spirit was stronger than masters whip the older girl had grown tougher than ever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harriets spirit was stronger than masters whip the older girl had grown tougher than ever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Harriet’s spirit was stronger than Master’s whip. The older girl had grown tougher than ever.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tele-, auto-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 means far or far away. auto- means self. Both prefixes show up in lots of modern words — AND in some that relate to biography and history.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 = tele- + graph (write from far)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= tele- + scope (see from far)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autograph = auto- + graph (self-write)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autobiography = auto- + bio + graphy (self-life-writing)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graph — to write/send a message from far away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phone — sound carried from far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graph — a person’s self-signed name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mobile — a self-moving vehicle (a car)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 list the chronology of Harriet’s escape: first the decision, then the walk, then arrival.”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chronology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events happened, from first to last.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testimony about her escape later became part of the public record.”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testimony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account of what someone has seen or done.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write her own autograph as a child — slaves were forbidden to learn to read or write.”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autograph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person’s own signature; literally, ‘self-writing.’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escape was her own emancipation, years before the war ended slavery for everyone.”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emancipation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being set free.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was stronger than Master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woods were darker than the fields.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new job paid more than nothing.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Master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woods were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fields.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new job paid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nothing.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-   decision   -   protection   -   emancipation   -   abolition   -   revolution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Worth a Sixpence"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act. Now say action. What did the -ion suffix do to the verb?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decide. Now decision. The verb ends in -ide; what happens when -ion is added?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-ion useful? (Hint: most -ion words name THINGS — they turn actions into things you can talk about.)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Gathering Facts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fact from today’s chapter that shows something about Harriet’s courage or determination.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