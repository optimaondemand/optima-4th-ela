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6, Day 2. Novel emoji: 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Edit for conventions only — capitals, punctuation, spelling — without changing your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10-minute timer. Craft move: Edit for conventions only — capitals, punctuation, spelling — without changing your ideas.. Level-up: ⭐ Fix 3 things  ⭐⭐ Fix 5 things  ⭐⭐⭐ Find one run-on sentence and fix it  ⭐⭐⭐⭐ Read your whole essay aloud to catch what your eyes missed.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Today is an editing day, not a revising day — only fix conventions, not ideas..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one mistake you found and fixed while editing."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revised our essay drafts by combining choppy sentences into stronger ones. Today: Edit your theme essay for capitalization, punctuation, and spelling. Big Q: Today, watch for how the author introduces Jeremy the crow. What does he say? What does he do? What kind of bird is he?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""I’m done," she said."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"shes ready said her mom" Corrected: "“She’s ready,” said her mom."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"shes ready said her mom" Corrected: "“She’s ready,” said her mom."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courage: Choosing to act even when you are afraid. | honesty: Telling the truth, even when it is hard to say. | perseverance: Not giving up — even when something is hard or takes a long time. | courtesy: Treating others with kindness and respect.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"Justin climbed the cage." -&gt; Justin | "The Fitzgibbons ate dinner." -&gt; Fitzgibbons | "They escaped from NIMH." -&gt; NIMH.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"Justin climbed the cage." -&gt; Justin | "The Fitzgibbons ate dinner." -&gt; Fitzgibbons | "They escaped from NIMH." -&gt; NIMH.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Doubled the consonant: stopped, running, hopping | Did NOT double: jumped, walking, cleaned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Doubled the consonant: stopped, running, hopping | Did NOT double: jumped, walking, cleaned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Writing Workshop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Theme Essay — Edit Focus: Edit your essay for capitalization, punctuation, and spelling.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8FBF7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·  DAY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Workshop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Your Essay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🐭  Week 6  ·  Virtue: Ingenuity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 done,” she said.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the difference between revising (improving ideas) and editing (fixing conventions)?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your essay for capitalization, punctuation, and spelling. Circle three things you fixed.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for conventions only — capitals, punctuation, spelling — without changing your ideas.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Fix 3 things  ⭐⭐ Fix 5 things  ⭐⭐⭐ Find one run-on sentence and fix it  ⭐⭐⭐⭐ Read your whole essay aloud to catch what your eyes missed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372612"/>
            <a:ext cx="8046720" cy="165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an editing day, not a revising day — only fix conventions, not ideas.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one mistake you found and fixed while editing.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revised our essay drafts by combining choppy sentences into stronger ones.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your theme essay for capitalization, punctuation, and spelling.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watch for how the author introduces Jeremy the crow. What does he say? What does he do? What kind of bird is he?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keep noticing new characters as a story grows. Authors don't always tell you who a character is — they let the charac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"I’m done," she said.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shes ready said her mom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shes ready said her mom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“She’s ready,” said her mom.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914400"/>
          </a:xfrm>
          <a:prstGeom prst="roundRect">
            <a:avLst>
              <a:gd name="adj" fmla="val 1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to act even when you are afraid.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914400"/>
          </a:xfrm>
          <a:prstGeom prst="roundRect">
            <a:avLst>
              <a:gd name="adj" fmla="val 1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31673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the truth, even when it is hard to say.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38528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299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perseverance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34086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giving up — even when something is hard or takes a long time.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938528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0299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courtesy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34086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others with kindness and respect.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Editing Mindset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climbed the cage.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Fitzgibbons ate dinner.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escaped from NIMH.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Editing Mindset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climbed the cage.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Fitzgibbons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ate dinner.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escaped from NIMH.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Publish Polish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  -   running   -   hopping   -   jumped   -   walking   -   cleaned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 the consonant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double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Publish Polish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 the consonant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hopping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double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Writing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Your Essay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feeling does the poet have for the mouse? Find one line that shows it.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Essay — Edit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your essay for capitalization, punctuation, and spelling.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2026-07-11T21:52:57Z</dcterms:created>
  <dcterms:modified xsi:type="dcterms:W3CDTF">2026-07-11T21:52:57Z</dcterms:modified>
</cp:coreProperties>
</file>