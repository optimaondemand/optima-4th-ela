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12,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Explain a story’s theme in your own words, then revise your own narrative’s ending for a stronger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Explain a story’s theme in your own words, then revise your own narrative’s ending for a stronger finish.. Level-up: ⭐ Explain the rivalry’s effect  ⭐⭐ Give a specific example  ⭐⭐⭐ Revise your own ending sentence  ⭐⭐⭐⭐ Make your ending echo your opening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This is publish week for your narrative: reread the whole draft and strengthen your final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finished narrative’s final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learned a hard lesson about vanity when a plan to improve her looks went wrong. Today: Watch Anne join the Queen’s class to prepare for the entrance exam. Big Q: Anne names ordinary places with extraordinary names — The White Way of Delight, Lake of Shining Waters. What ordinary place in your life might you rename,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joined the Queen’s class with Gilbert Blythe."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began to study latin she taught herself extra words at night" Corrected: "Anne began to study Latin. She taught herself extra words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began to study latin she taught herself extra words at night" Corrected: "Anne began to study Latin. She taught herself extra words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vanity, implicitly, epoch, diligent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Drop the e: hoping, believed, writing | Keep the e (after ce/ge): noticeable, courageous, serviceable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Drop the e: hoping, believed, writing | Keep the e (after ce/ge): noticeable, courageous, serviceable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Publish
Focus: Publish your finished realistic fiction narrative — read it once more and fix anything that still feels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12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30</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Queen's Class</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12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joined the Queen’s class with Gilbert Blythe.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rivalry (like Anne and Gilbert’s) push both characters to work harder?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how a friendly rivalry between two characters can push both of them to grow. Then revise and finish your realistic-fiction narrative draft from this unit — read it once more and strengthen your ending.</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Explain a story’s theme in your own words, then revise your own narrative’s ending for a stronger finish.</a:t>
            </a:r>
            <a:endParaRPr lang="en-US" sz="1300" dirty="0"/>
          </a:p>
        </p:txBody>
      </p:sp>
      <p:sp>
        <p:nvSpPr>
          <p:cNvPr id="8" name="Text 6"/>
          <p:cNvSpPr/>
          <p:nvPr/>
        </p:nvSpPr>
        <p:spPr>
          <a:xfrm>
            <a:off x="548640" y="2923032"/>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Explain the rivalry’s effect  ⭐⭐ Give a specific example  ⭐⭐⭐ Revise your own ending sentence  ⭐⭐⭐⭐ Make your ending echo your opening sentence</a:t>
            </a:r>
            <a:endParaRPr lang="en-US" sz="1150" dirty="0"/>
          </a:p>
        </p:txBody>
      </p:sp>
      <p:sp>
        <p:nvSpPr>
          <p:cNvPr id="9" name="Text 7"/>
          <p:cNvSpPr/>
          <p:nvPr/>
        </p:nvSpPr>
        <p:spPr>
          <a:xfrm>
            <a:off x="548640" y="3427476"/>
            <a:ext cx="8046720" cy="1601724"/>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This is publish week for your narrative: reread the whole draft and strengthen your final sentence.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finished narrative’s final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learned a hard lesson about vanity when a plan to improve her looks went wrong.</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Anne join the Queen’s class to prepare for the entrance exam.</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names ordinary places with extraordinary names — The White Way of Delight, Lake of Shining Waters. What ordinary place in your life might you rename, and why?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characters have appeared, what new...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joined the Queen’s class with Gilbert Blythe.</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began to study latin she taught herself extra words at night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began to study latin she taught herself extra words at night</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began to study Latin. She taught herself extra words at night.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vanity   -   implicitly   -   epoch   -   diligent</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Keep e After ce/ge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hoping   -   believed   -   writing   -   noticeable   -   courageous   -   serviceable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Drop the 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Keep the e (after ce/ge)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Keep e After ce/ge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Drop the 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hoping</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believed</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writing</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Keep the e (after ce/ge)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noticeable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courageous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serviceable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30</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Queen's Class</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After Anne falls off the leaking flat playing Elaine, she tells Marilla: “The brooch cured me of meddling. The Haunted Wood cured me of letting my imagination run away. The liniment cake cured me of carelessness in cooking. Dyeing my hair cured me of vanity. And today’s mistake is going to cure me of being too romantic.” Anne is growing up not because she stops making mistakes — she is growing up because she can now NAME what each one has taught her.</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across Ch. 1–5: Who is Anne? What three details show what makes her voice distinctive?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realizes her old anger at Gilbert has “gone just when she most needed its sustaining power.” What does this realization cost Anne — and what does it show about how she is growing up?</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Publish</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Publish your finished realistic fiction narrative — read it once more and fix anything that still feels weak.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