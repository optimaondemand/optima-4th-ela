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16,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Identify a symbolic action in the text, then use it as evidence for an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Identify a symbolic action in the text, then use it as evidence for an opinion.. Level-up: ⭐ State your opinion  ⭐⭐ Use the King's ride as evidence  ⭐⭐⭐ Explain WHY it was powerful  ⭐⭐⭐⭐ Compare it to a big, loud action for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Make sure you explain WHY your example proves your opinion, not just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opinion and how the King's ride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Annemarie and her sister ran through the streets, showing how danger was part of daily life. Today: Hear the story of King Christian's ride through Copenhagen. Big Q: As you read, watch for the memory Annemarie shares about King Christian X. Why does she remember him riding alone? What does the story 'All of Denmark is his bodyguard' tell us about the Danish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"King Christian rode his horse through Copenhagen."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king rode his horse and the danes waved to their king every morning" Corrected: "The king rode his horse, and the Danes waved to their king every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king rode his horse and the danes waved to their king every morning" Corrected: "The king rode his horse, and the Danes waved to their king every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trans — port — to carry across | trans — late — to carry meaning across languages | pro — gress — to step forward | pro — tect — to cover forward; to shield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occupation: When one country takes over and controls another. | deport: To force someone to leave a country, usually against their will. | rescue: To save someone from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book on the table is mine." -&gt; mine. | "Kirsti’s shoes are hers, and she hates them." -&gt; hers, | "That apartment is ours." -&gt;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book on the table is mine." -&gt; mine. | "Kirsti’s shoes are hers, and she hates them." -&gt; hers, | "That apartment is ours." -&gt;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ea / ee (long e): problem, pencil, circus | ai / ay / oa (long a or o): relocate, interrupt,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ea / ee (long e): problem, pencil, circus | ai / ay / oa (long a or o): relocate, interrupt,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Writing — Practicing Claims
Focus: Practice explaining WHY your evidence supports your claim, not just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16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2</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King's Ride</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16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King Christian rode his horse through Copenhagen.</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"King Christian rode his horse through Copenhagen."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small, everyday action (riding a horse through the city) become a powerful symbol of resistance?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opinion: can small, quiet actions be just as powerful as big, loud ones? Identify and use the King's ride as your example.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Identify a symbolic action in the text, then use it as evidence for an opinion.</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State your opinion  ⭐⭐ Use the King's ride as evidence  ⭐⭐⭐ Explain WHY it was powerful  ⭐⭐⭐⭐ Compare it to a big, loud action for contrast</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Make sure you explain WHY your example proves your opinion, not just what happened.</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opinion and how the King's ride supports it.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Annemarie and her sister ran through the streets, showing how danger was part of daily life.</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Hear the story of King Christian's ride through Copenhagen.</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watch for the memory Annemarie shares about King Christian X. Why does she remember him riding alone? What does the story 'All of Denmark is his bodyguard' tell us about the Danish people?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King Christian rode his horse through Copenhagen.</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king rode his horse and the danes waved to their king every morning</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king rode his horse and the danes waved to their king every morning</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The king rode his horse, and the Danes waved to their king every morning.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rupt + duct/duce</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trans- means across, beyond, or through. pro- means forward or in favor of. Both prefixes show movement or position.</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transport = trans- + port (carry across)</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translate = trans- + late (carry meaning across languages)</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progress = pro- + gress (step forward)</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protect = pro- + tect (cover forward; shield)</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trans — port — to carry across</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trans — late — to carry meaning across languages</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 — gress — to step forward</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 — tect — to cover forward; to shield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“Denmark was under German occupation from 1940 to 1945.”</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occupation</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When one country takes over and controls another.</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Nazis planned to deport Denmark’s Jewish people.”</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deport</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force someone to leave a country, usually against their will.</a:t>
            </a:r>
            <a:endParaRPr lang="en-US" sz="1100" dirty="0"/>
          </a:p>
        </p:txBody>
      </p:sp>
      <p:sp>
        <p:nvSpPr>
          <p:cNvPr id="13" name="Shape 11"/>
          <p:cNvSpPr/>
          <p:nvPr/>
        </p:nvSpPr>
        <p:spPr>
          <a:xfrm>
            <a:off x="320040" y="238506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“Danish fishermen carried out the rescue across the cold sea to Sweden.”</a:t>
            </a:r>
            <a:endParaRPr lang="en-US" sz="1050" dirty="0"/>
          </a:p>
        </p:txBody>
      </p:sp>
      <p:sp>
        <p:nvSpPr>
          <p:cNvPr id="15" name="Text 13"/>
          <p:cNvSpPr/>
          <p:nvPr/>
        </p:nvSpPr>
        <p:spPr>
          <a:xfrm>
            <a:off x="45720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rescue</a:t>
            </a:r>
            <a:endParaRPr lang="en-US" sz="1400" dirty="0"/>
          </a:p>
        </p:txBody>
      </p:sp>
      <p:sp>
        <p:nvSpPr>
          <p:cNvPr id="16" name="Text 14"/>
          <p:cNvSpPr/>
          <p:nvPr/>
        </p:nvSpPr>
        <p:spPr>
          <a:xfrm>
            <a:off x="457200" y="319430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save someone from danger.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Possessive Pronouns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book on the table is mine.</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Kirsti’s shoes are hers, and she hates them.</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That apartment is ours.</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Possessive Pronouns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book on the table is mine.</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Kirsti’s shoes are hers, and she hates them.</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That apartment is ours.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in Academic Words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problem   -   pencil   -   circus   -   relocate   -   interrupt   -   conduct</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ea / ee (long 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ai / ay / oa (long a or o)</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in Academic Words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ea / ee (long 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problem</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pencil</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circus</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ai / ay / oa (long a or o)</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relocate</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interrupt</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conduct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2</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King's Ride</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Group A: say each word and listen. Which two letters make ONE vowel sound?</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Group B: longer academic words use the SAME vowel-team patterns. Reason has the same ea as read. Say it.</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is knowing vowel teams useful for reading big new words? (Hint: if you know ea = /ee/, you can sound out new words like treaty, reason, defeat.)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Writing — Practicing Claims</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Practice explaining WHY your evidence supports your claim, not just what happened.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