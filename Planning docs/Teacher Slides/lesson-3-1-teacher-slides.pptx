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3, Day 1.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Define suspense: withholding information from the reader on purpose to create 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Define suspense: withholding information from the reader on purpose to create tension.. Level-up: ⭐ Add a setting detail that feels tense  ⭐⭐ End your scene on a question, not an answer  ⭐⭐⭐ Use short dialogue exchanges (not long speeches)  ⭐⭐⭐⭐ Reveal only part of the truth,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Reread your scene. Cut any sentence that reveals too much too soon..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suspenseful line of dialogue and tell us what it makes the reader wonder."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Last week, Mrs. Frisby learned surprising secrets about the rats’ hidden world. Today: Find out why the rats start to worry someone is watching them. Big Q: As you read today, watch for the setting, the main character, and the first problem. Where does the family live? Who is Mrs. Frisby? What is the trouble?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""Not a one to be seen," said one man."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"not a sound to be heard said another guard" Corrected: "“Not a sound to be heard,” said another guard."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"not a sound to be heard said another guard" Corrected: "“Not a sound to be heard,” said another guard."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mis — read — to read wrongly | non — fiction — books that are not fiction | in — correct — not correct | im — possible — not possible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Modeled word walkthrough for "snared". Definition: Snared means caught in a trap, especially one made of rope or netting. Our context and word parts got us there!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experimenting: Trying out new ideas or methods to learn something. | recognition: Knowing or being able to identify something you have seen before. | futile: Useless — not able to produce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"Mrs. Frisby ran home." -&gt; home. | "Where are the rats?" -&gt; rats? | "What a scary escape!" -&gt; escape! | "Timothy could not get out of bed." -&gt; Timothy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"Mrs. Frisby ran home." -&gt; home. | "Where are the rats?" -&gt; rats? | "What a scary escape!" -&gt; escape! | "Timothy could not get out of bed." -&gt; Timothy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 consonant (divide between): rabbit, kitten, pepper | Other pattern: paper, tiger, music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 consonant (divide between): rabbit, kitten, pepper | Other pattern: paper, tiger, music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Chapters 13–14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Narrative Writing — Add Dialogue Focus: Reread your draft. Choose one moment where a character could speak — add a line of dialogue.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13–14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Is Watching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3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 one to be seen,” said one man.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"“Not a one to be seen,” said one man."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 does this line of dialogue make you ask as a reader?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scene where the rats first suspect the humans might be watching them. Use one line of suspenseful dialogue like the author does.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suspense: withholding information from the reader on purpose to create tension.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Add a setting detail that feels tense  ⭐⭐ End your scene on a question, not an answer  ⭐⭐⭐ Use short dialogue exchanges (not long speeches)  ⭐⭐⭐⭐ Reveal only part of the truth, on purpose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65398"/>
            <a:ext cx="8046720" cy="146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scene. Cut any sentence that reveals too much too soon.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suspenseful line of dialogue and tell us what it makes the reader wonder.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Mrs. Frisby learned surprising secrets about the rats’ hidden world.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why the rats start to worry someone is watching them.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main character, and the first problem. Where does the family live? Who is Mrs. Frisby? What is the trouble?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 one to be seen," said one man.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sound to be heard said another guard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sound to be heard said another guard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 sound to be heard,” said another guard.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prefixes all mean not or wrongly. mis- (wrongly), non- (not), in- (not), im- (not). Knowing them helps you figure out long words by stripping the prefix off the front.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 = mis- + read (read wrongly)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nonfiction = non- + fiction (not fiction)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= in- + correct (not correct)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= im- + possible (not possible)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— read — to read wrongly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— fiction — books that are not fiction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— correct — not correct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— possible — not possible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Detective: "snared"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E5F7FC"/>
          </a:solidFill>
          <a:ln w="1270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the Sentence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was firmly and inextricably caught, snared in the net and helpless."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word in the book. What clues does the sentence give you? Nicodemus is telling his story. He says he was caught in a net and was helpless. So snared must mean caught in some kind of trap — and probably one made of rope or wire.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Look at the Word Parts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see a root, prefix, or suffix you recognize?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606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we close?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9544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64408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Snared means caught in a trap, especially one made of rope or netting. Our context and word parts got us there!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hoped, by experimenting on us, to find out whether certain injections could help us learn faster.”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58877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experimenting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9966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out new ideas or methods to learn something.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“But this was different — for the first time they used sounds along with shapes, and pictures, real pictures we could recognize.”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58877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recognition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89966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or being able to identify something you have seen before.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61082"/>
            <a:ext cx="4069080" cy="1352550"/>
          </a:xfrm>
          <a:prstGeom prst="roundRect">
            <a:avLst>
              <a:gd name="adj" fmla="val 676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52522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explored shaft after shaft to the end of the spool, calling softly as he went — but it was futile.”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2354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futile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46348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Useless — not able to produce a result.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Sentence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ran home.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rats?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scary escape!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Timothy could not get out of bed.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Sentence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ran home.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rats?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scary escape!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Timothy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could not get out of bed.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Double-Consonant Division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   -   kitten   -   pepper   -   paper   -   tiger   -   music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consonant (divide between)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pattern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Double-Consonant Division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consonant (divide between)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pattern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Chapters 13–14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Is Watching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Look at the two consonants in each word. Are they the same letter twice, or different letters?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Where does the dot fall — between, before, or after the doubled consonants?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Can you describe the pattern in your own words?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Writing — Add Dialogue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draft. Choose one moment where a character could speak — add a line of dialogue.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