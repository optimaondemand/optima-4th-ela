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10, Day 4.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Explain and justify a character’s speech pattern, then revise dialogue for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Explain and justify a character’s speech pattern, then revise dialogue for voice.. Level-up: ⭐ Explain why the character avoids explaining  ⭐⭐ Connect it to their personality  ⭐⭐⭐ Revise the line to sound more like them specifically  ⭐⭐⭐⭐ Compare it to how a DIFFERENT character would say the same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Find a line of dialogue that could belong to anyone. Revise it so it sounds like only your character could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revised line and what makes it sound like your character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Anne rushed to help when there was an emergency. Today: Discover how Anne’s imagination leads her astray. Big Q: Anne names ordinary places with extraordinary names — The White Way of Delight, Lake of Shining Waters. What ordinary place in your life might you rename,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"Marilla says, “You will walk through the grove.”"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"marilla tells anne you will walk through the haunted wood right now" Corrected: "Marilla tells Anne, “You will walk through the haunted wood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"marilla tells anne you will walk through the haunted wood right now" Corrected: "Marilla tells Anne, “You will walk through the haunted wood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Review-only vocab: cordial, relent, incapable, inexorable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Hard c / hard g: cordial, incapable, garden | Soft c / soft g: cellar, imagination, apology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Hard c / hard g: cordial, incapable, garden | Soft c / soft g: cellar, imagination, apology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Realistic Fiction — Facing a Mistake (wrap up)
Focus: Finish this section — what does your character learn from the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10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20</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A Good Imagination Gone Wrong</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10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Marilla says, "You will walk through the grove."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Why might a character give an instruction instead of an explanation? What does that reveal about them?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77824"/>
          </a:xfrm>
          <a:prstGeom prst="roundRect">
            <a:avLst>
              <a:gd name="adj" fmla="val 10417"/>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86384"/>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Explain why one of your characters gives an instruction rather than an explanation in a tense moment. Then revise that instruction to sound more like your character’s specific voice.</a:t>
            </a:r>
            <a:endParaRPr lang="en-US" sz="1200" dirty="0"/>
          </a:p>
        </p:txBody>
      </p:sp>
      <p:sp>
        <p:nvSpPr>
          <p:cNvPr id="6" name="Shape 4"/>
          <p:cNvSpPr/>
          <p:nvPr/>
        </p:nvSpPr>
        <p:spPr>
          <a:xfrm>
            <a:off x="457200" y="2176272"/>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231136"/>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Explain and justify a character’s speech pattern, then revise dialogue for voice.</a:t>
            </a:r>
            <a:endParaRPr lang="en-US" sz="1300" dirty="0"/>
          </a:p>
        </p:txBody>
      </p:sp>
      <p:sp>
        <p:nvSpPr>
          <p:cNvPr id="8" name="Text 6"/>
          <p:cNvSpPr/>
          <p:nvPr/>
        </p:nvSpPr>
        <p:spPr>
          <a:xfrm>
            <a:off x="548640" y="2923032"/>
            <a:ext cx="8046720" cy="624078"/>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Explain why the character avoids explaining  ⭐⭐ Connect it to their personality  ⭐⭐⭐ Revise the line to sound more like them specifically  ⭐⭐⭐⭐ Compare it to how a DIFFERENT character would say the same thing</a:t>
            </a:r>
            <a:endParaRPr lang="en-US" sz="1150" dirty="0"/>
          </a:p>
        </p:txBody>
      </p:sp>
      <p:sp>
        <p:nvSpPr>
          <p:cNvPr id="9" name="Text 7"/>
          <p:cNvSpPr/>
          <p:nvPr/>
        </p:nvSpPr>
        <p:spPr>
          <a:xfrm>
            <a:off x="548640" y="3620262"/>
            <a:ext cx="8046720" cy="140893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Find a line of dialogue that could belong to anyone. Revise it so it sounds like only your character could say it.</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revised line and what makes it sound like your character specifically.</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Anne rushed to help when there was an emergency.</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Discover how Anne’s imagination leads her astray.</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Anne names ordinary places with extraordinary names — The White Way of Delight, Lake of Shining Waters. What ordinary place in your life might you rename, and why?</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back at the end of the week. They notice how the story has changed since the first chapter — what new characters have appeared, what new...</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Marilla says, “You will walk through the grove.”</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marilla tells anne you will walk through the haunted wood right now</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marilla tells anne you will walk through the haunted wood right now</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Marilla tells Anne, “You will walk through the haunted wood right now.”</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QUICK REVIEW</a:t>
            </a:r>
            <a:endParaRPr lang="en-US" sz="1100" dirty="0"/>
          </a:p>
        </p:txBody>
      </p:sp>
      <p:sp>
        <p:nvSpPr>
          <p:cNvPr id="5" name="Shape 3"/>
          <p:cNvSpPr/>
          <p:nvPr/>
        </p:nvSpPr>
        <p:spPr>
          <a:xfrm>
            <a:off x="365760" y="1097280"/>
            <a:ext cx="8412480" cy="1005840"/>
          </a:xfrm>
          <a:prstGeom prst="roundRect">
            <a:avLst>
              <a:gd name="adj" fmla="val 9091"/>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88720"/>
            <a:ext cx="7863840" cy="822960"/>
          </a:xfrm>
          <a:prstGeom prst="rect">
            <a:avLst/>
          </a:prstGeom>
          <a:noFill/>
          <a:ln/>
        </p:spPr>
        <p:txBody>
          <a:bodyPr wrap="square" lIns="0" tIns="0" rIns="0" bIns="0" rtlCol="0" anchor="ctr"/>
          <a:lstStyle/>
          <a:p>
            <a:pPr algn="ctr" indent="0" marL="0">
              <a:buNone/>
            </a:pPr>
            <a:r>
              <a:rPr lang="en-US" sz="2000" b="1" dirty="0">
                <a:solidFill>
                  <a:srgbClr val="8B6FC0"/>
                </a:solidFill>
                <a:latin typeface="Calibri" pitchFamily="34" charset="0"/>
                <a:ea typeface="Calibri" pitchFamily="34" charset="-122"/>
                <a:cs typeface="Calibri" pitchFamily="34" charset="-120"/>
              </a:rPr>
              <a:t>cordial   -   relent   -   incapable   -   inexorable</a:t>
            </a:r>
            <a:endParaRPr lang="en-US" sz="2000" dirty="0"/>
          </a:p>
        </p:txBody>
      </p:sp>
      <p:sp>
        <p:nvSpPr>
          <p:cNvPr id="7" name="Text 5"/>
          <p:cNvSpPr/>
          <p:nvPr/>
        </p:nvSpPr>
        <p:spPr>
          <a:xfrm>
            <a:off x="457200" y="2331720"/>
            <a:ext cx="8229600" cy="5486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Can you use each word in a sentence about the novel?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Hard &amp; Soft c and g</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cordial   -   incapable   -   garden   -   cellar   -   imagination   -   apology</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Hard c / hard g</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Soft c / soft g</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Hard &amp; Soft c and g</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Hard c / hard g</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cordial</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incapable</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garden</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Soft c / soft g</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cellar</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imagination</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apology</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20</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A Good Imagination Gone Wrong</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In Ch. 18, Anne runs through the dark and snow to save Diana’s baby sister from croup. Young Mary Joe is frozen. Diana is crying. Anne — the orphan girl whose past everyone calls hard — is the only one who knows what to do, because she helped raise three sets of twins. Her hard past becomes her gift. The doctor says she saved the baby’s life. Anne’s courage isn’t loud. It is what she does when she has training and everyone else has fear.</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Before you answer today's questions, think back across Ch. 1–5: Who is Anne? What three details show what makes her voice distinctive?</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Anne is terrified by the Haunted Wood she invented. How can an imagination be both a gift and a problem? What is Anne learning?</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Realistic Fiction — Facing a Mistake (wrap up)</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Finish this section — what does your character learn from the mistake?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