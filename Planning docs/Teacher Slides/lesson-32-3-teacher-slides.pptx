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32, Day 3. Novel emoji: 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Add a small adverb stage-direction ("softly," "quietly") to dialogue to show HOW something is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25-minute timer. Craft move: Add a small adverb stage-direction ("softly," "quietly") to dialogue to show HOW something is said..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Would your September self have thought to add a stage-direction word like this? That’s your growth..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growth reflection and your stage-direction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kept building the evidence for our cross-novel comparison project. Today: Look back at your earliest writing this year and name your growth. Big Q: Which piece of writing shows something I couldn’t do at the beginning of the year?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"Matthew said , softly , “ Well now , I’d rather have you than a dozen boys , Anne . 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"mama johansen stood at the door and said you must go now the soldiers will be here soon" Corrected: "Mama Johansen stood at the door and said, “You must go now. The soldiers will be here soon.”"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"mama johansen stood at the door and said you must go now the soldiers will be here soon" Corrected: "Mama Johansen stood at the door and said, “You must go now. The soldiers will be here soon.”"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solemnly: in a serious, formal way; without joking or lightness. (Number the Stars) | allegiance: loyalty and commitment to a person, group, or cause. (Prince Caspian) | indignant: feeling angry because something is unfair or wrong. (Anne of Green Gables) | conductor: the leader of an escape route; someone who guides people to safety. (Freedom Train)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You’ve studied grammar skills all year — from complex sentences to interjections to quotation marks. Today, show what you know by writing two strong sentences using any skill you’ve practiced. |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SWYK: Choose your THREE favorite vocabulary words from the entire year. For each: spell it correctly, name the root or pattern, and use it in a sentence that shows you understand its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Final Project, Day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"“Anne came dancing home in the purple winter twilight across the snowy places.”"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Synthesis Project — Reflecting on Growth
Focus: Add a short reflection paragraph: how has your writing changed since the start of the year?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9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Project, Day 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You’ve Grown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Week 32  ·  Virtue: 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"softly" — a small stage direction showing HOW Matthew speaks. Looking back at your OWN writing this year, what is one small technique you didn’t use in September that you use now?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your own growth as a writer this year, then add a small stage-direction word (like "softly") to a piece of dialogue, the way this sentence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small adverb stage-direction ("softly," "quietly") to dialogue to show HOW something is said.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your September self have thought to add a stage-direction word like this? That’s your growth.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growth reflection and your stage-direction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kept building the evidence for our cross-novel comparison project.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earliest writing this year and name your growth.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writing shows something I couldn’t do at the beginning of the year?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back at their own reading and notice how they have grown. Today you&amp;rsquo;re not reading a new chapter &amp;mdash; you&amp;rsquo;re reading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said , softly , “ Well now , I’d rather have you than a dozen boys , Anne . 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johansen stood at the door and said you must go now the soldiers will be here soon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johansen stood at the door and said you must go now the soldiers will be here soon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Johansen stood at the door and said, “You must go now. The soldiers will be here soon.”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serious, formal way; without joking or lightness. (Number the Stars)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allegiance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commitment to a person, group, or cause. (Prince Caspian)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angry because something is unfair or wrong. (Anne of Green Gables)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of an escape route; someone who guides people to safety. (Freedom Train)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Write Using the Skill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102870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studied grammar skills all year — from complex sentences to interjections to quotation marks. Today, show what you know by writing two strong sentences using any skill you’ve practiced.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SWYK — Spiral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03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59736"/>
            <a:ext cx="8412480" cy="978408"/>
          </a:xfrm>
          <a:prstGeom prst="roundRect">
            <a:avLst>
              <a:gd name="adj" fmla="val 9346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6946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THREE favorite vocabulary words from the entire year. For each: spell it correctly, name the root or pattern, and use it in a sentence that shows you understand its meaning.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Final Project, Day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You’ve Grown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specific skill does my best piece show — evidence, vocabulary, organization, or voice?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would I want a reader to notice about this piece first?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came dancing home in the purple winter twilight across the snowy places.”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81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723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012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012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picture does this sentence paint? What do you see when you read it? What does “dancing home” tell you about how Anne is feeling in this moment?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60192"/>
            <a:ext cx="8412480" cy="1133856"/>
          </a:xfrm>
          <a:prstGeom prst="roundRect">
            <a:avLst>
              <a:gd name="adj" fmla="val 80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124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124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string of details: “purple winter twilight” and “snowy places.” Montgomery stacks two images side by side without a verb in between. How does piling these two images together — “purple winter twilight” and “snowy places” — create a mood? What feeling does it give the scene?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28548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3494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34949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the same pattern: a character moves through a setting described with two stacked images.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 — Reflecting on Growth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short reflection paragraph: how has your writing changed since the start of the year?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2026-07-12T02:19:59Z</dcterms:created>
  <dcterms:modified xsi:type="dcterms:W3CDTF">2026-07-12T02:19:59Z</dcterms:modified>
</cp:coreProperties>
</file>