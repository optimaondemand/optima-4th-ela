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24, Day 1.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Pack multiple specific details into one sentence to make a scene feel vivid and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Pack multiple specific details into one sentence to make a scene feel vivid and real..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Count your specific details. Can you add one more without making the sentence confusing?.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detail-packed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kept serving steadily as the Civil War went on. Today: Study how Sterling uses specific details to bring the gunboat raid to life. Big Q: Sterling packs Ch. 17 with specific details — numbers, images, sounds. As you read, ask yourself: Why does Sterling include THIS detail? What does it show about Harriet, the freed people, or freedom itself?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"In the moonlight, Harriet guided the gunboats past the Confederate picket posts."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"at midnight harriet led three union gunboats up the combahee river" Corrected: "At midnight Harriet led three Union gunboats up the Combahee River."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"at midnight harriet led three union gunboats up the combahee river" Corrected: "At midnight Harriet led three Union gunboats up the Combahee River."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transport — ation — the act of carrying soldiers or supplies across | erupt — — to break out suddenly (like a battle erupting) | instruct — ions — directions that are built up and given to soldiers | predict — — to say beforehand what will happen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torpedoes: Underwater explosive devices used to destroy ships. | expedition: An organized journey for a specific military or exploratory purpose. | proclamation: An official public announcement, especially by a government leader. | territory: An area of land under the control of a particular group or government.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scouted behind enemy lines." -&gt; behind | "The gunboats traveled up the Combahee River." -&gt; up | "Hundreds of people flooded toward the riverbanks." -&gt; toward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scouted behind enemy lines." -&gt; behind | "The gunboats traveled up the Combahee River." -&gt; up | "Hundreds of people flooded toward the riverbanks." -&gt; toward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Base changes: hoping, stopped, invasion | Base stays same: government, joyful, kindness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Base changes: hoping, stopped, invasion | Base stays same: government, joyful, kindness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 with Detail
Focus: Choose 3 specific details from today’s chapter to quote or paraphrase in your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the Gunboats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24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specific details in this sentence: moonlight, gunboats, Confederate picket posts. Why does packing in details make this moment feel real?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an important moment, packing in at least three specific details (setting, people/things, action).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multiple specific details into one sentence to make a scene feel vivid and real.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your specific details. Can you add one more without making the sentence confusing?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detail-packed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kept serving steadily as the Civil War went 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Sterling uses specific details to bring the gunboat raid to life.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packs Ch. 17 with specific details — numbers, images, sounds. As you read, ask yourself: Why does Sterling include THIS detail? What does it show about Harriet, the freed people, or freedom itself?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the details an author chooses to include. Every detail is a choice &amp;mdash; and those choices reveal what the author thinks...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moonlight, Harriet guided the gunboats past the Confederate picket posts.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midnight harriet led three union gunboats up the combahee river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midnight harriet led three union gunboats up the combahee river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midnight Harriet led three Union gunboats up the Combahee River.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Year-End Root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year you’ve been building a collection of Latin roots. Today we check: can you still connect root to meaning? Here are six roots from the biography vocabulary: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— ation — the act of carrying soldiers or supplies across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50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erupt — — to break out suddenly (like a battle erupting)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072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— ions — directions that are built up and given to soldiers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64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— to say beforehand what will happen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Confederate torpedoes hidden in the river could blow up the gunboats.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💣  torpedoes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explosive devices used to destroy ships.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organized an expedition up the Combahee River with three gunboats.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expedition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 journey for a specific military or exploratory purpose.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Lincoln’s Emancipation Proclamation declared that enslaved people in rebel states were free.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proclamation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public announcement, especially by a government leader.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scouts traveled through enemy territory under cover of darkness to report back to General Hunter.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territory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37032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land under the control of a particular group or government.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scouted behind enemy lines.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gunboats traveled up the Combahee River.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people flooded toward the riverbanks.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scouted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enemy lines.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gunboats traveled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Combahee River.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people flooded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riverbanks.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Year-End Suffix &amp; Syllable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  -   stopped   -   invasion   -   government   -   joyful   -   kindness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changes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stays same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Year-End Suffix &amp; Syllable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changes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stays same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joyful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the Gunboats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When do you drop the e? When do you double the consonant? When does the base word stay the same?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Harriet was never paid for her Railroad work. She is paid very little for her spy work. Yet she keeps going. What drives a person to risk everything, over and over, for others?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Harriet gives up her trip to Charleston to work in the hospitals instead. Why does she make this choice?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 with Detail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3 specific details from today’s chapter to quote or paraphrase in your draft.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