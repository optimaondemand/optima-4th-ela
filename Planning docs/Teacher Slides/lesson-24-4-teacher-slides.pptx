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24,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Turn an abstract idea (legacy, courage) into a concrete explanation a reader can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Turn an abstract idea (legacy, courage) into a concrete explanation a reader can picture..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sentence. Would a reader who never read the poem understand your explanation?.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explanation of Harriet’s legacy."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studied what Harriet kept doing even after the war, even with almost nothing of her own. Today: Reflect on the poem and what Harriet left behind for all of us. Big Q: The poem says Harriet “left us something harder” than a monument. What does that mean? What did she actually leave behind, and why is it harder to carry than stone?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traveled through the Underground Railroad with great courage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fought for freedom during the civil war and after it with determination and skill" Corrected: "Harriet fought for freedom during the Civil War and after it with determination and skill."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fought for freedom during the civil war and after it with determination and skill" Corrected: "Harriet fought for freedom during the Civil War and after it with determination and skill."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centenarians: People who are 100 years old or older. Harriet Tubman lived to be about 93. | pension: Regular payments given to a veteran or retired person. Harriet fought for years to receive her Army pension. | mortgage: A loan used to buy property, paid back over time. Harriet bought land in Auburn, NY with a mortgage. | temperance: The movement to reduce or ban alcohol. Harriet supported temperance as part of her work for social reform.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led her people through the darkest nights." -&gt; through | "She worked in Union hospitals during the war." -&gt; during | "Harriet fought for women’s rights with great conviction." -&gt; for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led her people through the darkest nights." -&gt; through | "She worked in Union hospitals during the war." -&gt; during | "Harriet fought for women’s rights with great conviction." -&gt; for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-tion / -sion: determination, emancipation | -ment: enslavement, achievement | -ness: fearlessness | -ly: steadily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-tion / -sion: determination, emancipation | -ment: enslavement, achievement | -ness: fearlessness | -ly: steadily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Reflection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Building the Essay
Focus: Add a paragraph to your essay draft explaining Harriet’s legacy in your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Harder Than a Monument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24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poem calls Harriet’s legacy "something harder than a monument." What do you think that means?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explaining, in your own words, what you think Harriet left behind that’s "harder than a monument."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abstract idea (legacy, courage) into a concrete explanation a reader can picture.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sentence. Would a reader who never read the poem understand your explanation?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explanation of Harriet’s legacy.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studied what Harriet kept doing even after the war, even with almost nothing of her own.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the poem and what Harriet left behind for all of us.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poem says Harriet “left us something harder” than a monument. What does that mean? What did she actually leave behind, and why is it harder to carry than stone?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reflect on what they have finished. You have read Harriet&amp;rsquo;s whole life &amp;mdash; from the small girl in the cabin in Chapter 1 to the woman...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traveled through the Underground Railroad with great courage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fought for freedom during the civil war and after it with determination and skill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fought for freedom during the civil war and after it with determination and skill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fought for freedom during the Civil War and after it with determination and skill.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centenarians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are 100 years old or older. Harriet Tubman lived to be about 93.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payments given to a veteran or retired person. Harriet fought for years to receive her Army pension.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62556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564892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used to buy property, paid back over time. Harriet bought land in Auburn, NY with a mortgage.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62556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564892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movement to reduce or ban alcohol. Harriet supported temperance as part of her work for social reform.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her people through the darkest nights.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worked in Union hospitals during the war.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fought for women’s rights with great conviction.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her people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darkest nights.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worked in Union hospitals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fought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women’s rights with great conviction.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   -   emancipation   -   enslavement   -   achievement   -   fearlessness   -   steadily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-tion / -sion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-tion / -sion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enslavement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8576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fearlessness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steadily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Reflection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Harder Than a Monument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does this poem connect to what you read in Freedom Train? Does Sterling seem to agree with the poet?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did Harriet change from the beginning of the book to the end? Not just what she did — who she became.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kinds of freedom did she fight for? Were they all the same kind, or did they grow and change over her lifetime?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Building the Essay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paragraph to your essay draft explaining Harriet’s legacy in your own words.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