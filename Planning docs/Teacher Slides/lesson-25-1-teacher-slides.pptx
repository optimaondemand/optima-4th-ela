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25, Day 1.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List specific items or roles in a series (with commas) instead of a vague "everyone" or "everything."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List specific items or roles in a series (with commas) instead of a vague "everyone" or "everything.".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Check your commas: is there one after each item except before the final "and"?.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list-in-a-series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reflected on Langston Hughes’s poem and what Harriet left behind. Today: Learn how to read a primary source carefully — whose story is it, and what did they choose to include? Big Q: Who is telling this story? What details did they choose to include? What did they leave out?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"Harriet led the soldiers, the scouts, and the riverboat captains through the dark Carolina night."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"harriet led the soldiers the scouts and the riverboat captains through the dark carolina night" Corrected: "Harriet led the soldiers, the scouts, and the riverboat captains through the dark Carolina night."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"harriet led the soldiers the scouts and the riverboat captains through the dark carolina night" Corrected: "Harriet led the soldiers, the scouts, and the riverboat captains through the dark Carolina night."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transport — ation — carrying goods across a distance | internat — ional — between nations | submar — ine — a vessel that goes under the sea | supernatu — ral — above what is natural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gallant: Brave and heroic, especially in a noble cause. | commissary: A place where food and supplies are stored, especially for the military. | rebeldom: The Confederate states; the territory or state of being in rebellion. | contraband: During the Civil War, enslaved people who escaped to Union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(text): When you list three or more items in a sentence, separate them with commas. The comma before “and” or “or” in the last item is called the Oxford comma. | Harriet led the soldiers, the scouts, and the riverboat captains. | They destroyed cotton, commissary stores, and lordly dwellings.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Contraction / Other: they’re (= they are), it’s (= it is) | Possessive / Other: their (= belongs to them), its (= belongs to it) | comparison: than (comparison), then (sequence)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Contraction / Other: they’re (= they are), it’s (= it is) | Possessive / Other: their (= belongs to them), its (= belongs to it) | comparison: than (comparison), then (sequence)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Sources, Day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Building the Essay
Focus: Read your first primary source closely. Note whose perspective it represents.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25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Day 1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Primary Source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25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sentence lists three groups of people Harriet led. Why might a primary source writer choose to list specific roles instead of just saying "everyone"?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listing three specific roles or groups of people involved in an event, using commas in a series.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specific items or roles in a series (with commas) instead of a vague "everyone" or "everything."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commas: is there one after each item except before the final "and"?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list-in-a-series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reflected on Langston Hughes’s poem and what Harriet left behind.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to read a primary source carefully — whose story is it, and what did they choose to include?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telling this story? What details did they choose to include? What did they leave out?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know that different people can describe the same event in very different ways. This week, instead of reading our novel, you&amp;rsquo;ll read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led the soldiers, the scouts, and the riverboat captains through the dark Carolina night.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36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3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led the soldiers the scouts and the riverboat captains through the dark carolina night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led the soldiers the scouts and the riverboat captains through the dark carolina night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led the soldiers, the scouts, and the riverboat captains through the dark Carolina night.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Direction &amp; Position Prefixes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prefixes tell you about direction or position — where something is or where it goes. Today we learn four of them: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928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— ation — carrying goods across a distance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3500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 — ional — between nations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614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8072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submar — ine — a vessel that goes under the sea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186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2644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supernatu — ral — above what is natural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gallant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and heroic, especially in a noble cause.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where food and supplies are stored, especially for the military.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78152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rebeldom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380488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Confederate states; the territory or state of being in rebellion.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978152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contraband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380488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Civil War, enslaved people who escaped to Union lines.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Commas in a Series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8412480" cy="102870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list three or more items in a sentence, separate them with commas. The comma before “and” or “or” in the last item is called the Oxford comma.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2357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9174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6014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led the soldiers, the scouts, and the riverboat captains.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150108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25983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destroyed cotton, commissary stores, and lordly dwellings.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Frequently Confused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they’re (= they are)   -   it’s (= it is)   -   their (= belongs to them)   -   its (= belongs to it)   -   than (comparison)   -   then (sequence)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/ Other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/ Other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Frequently Confused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2651760" cy="1106424"/>
          </a:xfrm>
          <a:prstGeom prst="roundRect">
            <a:avLst>
              <a:gd name="adj" fmla="val 8264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/ Other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they’re (= they are)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(= it is)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18688" y="1024128"/>
            <a:ext cx="2651760" cy="1106424"/>
          </a:xfrm>
          <a:prstGeom prst="roundRect">
            <a:avLst>
              <a:gd name="adj" fmla="val 8264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55848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/ Other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47288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(= belongs to them)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7288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(= belongs to it)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71616" y="1024128"/>
            <a:ext cx="2651760" cy="1106424"/>
          </a:xfrm>
          <a:prstGeom prst="roundRect">
            <a:avLst>
              <a:gd name="adj" fmla="val 8264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08776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0216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(comparison)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0216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(sequence)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Sources, Day 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Primary Source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Look at each pair. One is usually a possessive (shows ownership) and the other is usually a contraction (two words smashed together). Can you figure out which is which?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Source A does not name Harriet Tubman. It calls her “a Black woman” and “She-Moses.” Why might the reporter have left out her name?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58444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67588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Source B includes Tubman’s own words. How does hearing from Tubman herself change the way you understand the raid?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Building the Essay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first primary source closely. Note whose perspective it represents.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