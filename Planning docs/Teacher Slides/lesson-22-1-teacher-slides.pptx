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22, Day 1.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a character’s own question to reveal a turning point in their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a character’s own question to reveal a turning point in their thinking..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Does your question sound like something a real person would actually wonder? Say it out loud..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the turning-point question you wrote."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Harriet reached Philadelphia and earned her first silver dollars as a free woman. Today: Hear the question that changed everything: "Why not every man?"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asked quietly, Why not every man?"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walked carefully south her steps were silent and her heart beat loudly" Corrected: "Harriet walked carefully south. Her steps were silent, and her heart beat loudly."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walked carefully south her steps were silent and her heart beat loudly" Corrected: "Harriet walked carefully south. Her steps were silent, and her heart beat loudly."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express — — to push out (your feelings, words) | impress — — to push in (make a mark or impression) | contain — — to hold together; to include inside | retain — — to hold back; to keep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abolition: The act of ending something, especially slavery. | conductor: A guide on the Underground Railroad; or, the person who runs a train. | obtain: To get or acquire something. | express: To make a thought, feeling, or idea known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walked quietly through the woods." -&gt; quietly | "She returned south often to rescue others." -&gt; often | "The slave catchers searched everywhere for her." -&gt; everywhere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walked quietly through the woods." -&gt; quietly | "She returned south often to rescue others." -&gt; often | "The slave catchers searched everywhere for her." -&gt; everywhere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-ive words: active, creative, effective | -al / -ic words: historical, heroic, musical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-ive words: active, creative, effective | -al / -ic words: historical, heroic, musical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Organizing Notes
Focus: Write down the turning-point question Harriet asked herself, and why it mattered.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22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Not Every Man?"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22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question changes the whole direction of Harriet’s story. Why is a question sometimes a powerful way to show a turning point?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question a character (real or invented) might quietly ask themselves at a turning point in their life.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character’s own question to reveal a turning point in their thinking.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question sound like something a real person would actually wonder? Say it out loud.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turning-point question you wrote.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Harriet reached Philadelphia and earned her first silver dollars as a free woman.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the question that changed everything: "Why not every man?"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asked quietly, Why not every man?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walked carefully south her steps were silent and her heart beat loudly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walked carefully south her steps were silent and her heart beat loudly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walked carefully south. Her steps were silent, and her heart beat loudly.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press + tain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means to push. tain means to hold. Both roots build a lot of words you’ll meet in history reading.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= ex- + press (push out)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 = im- + press (push 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= con- + tain (hold together)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= ob- + tain (take hold of)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— — to push out (your feelings, words)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 — — to push in (make a mark or impression)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— — to hold together; to include inside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— — to hold back; to keep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abolition movement worked to end slavery in the United States.”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 abolition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ending something, especially slavery.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became the most famous conductor of the Underground Railroad.”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conductor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on the Underground Railroad; or, the person who runs a train.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“Slave catchers tried to obtain a reward by capturing Harriet.”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obtain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or acquire something.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would express her plans to her family in songs, not in words slave catchers could read.”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express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thought, feeling, or idea known to others.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walked quietly through the woods.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returned south often to rescue others.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slave catchers searched everywhere for her.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walked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the woods.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returned south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rescue others.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slave catchers searched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her.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Suffixes -ive, -al, -ic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  -   creative   -   effective   -   historical   -   heroic   -   musical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-ive words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-al / -ic words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Suffixes -ive, -al, -ic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-ive 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-al / -ic words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9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Not Every Man?"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act. Now active. What did -ive do to the verb?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hero. Now heroic. What did -ic do to the noun?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are -ive, -al, -ic useful? (Hint: they turn nouns and verbs into adjectives — words that describe.)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Organizing Notes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the turning-point question Harriet asked herself, and why it mattered.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