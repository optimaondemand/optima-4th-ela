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5, Day 4. Novel emoji: 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Explain and justify an author’s craft choice, then apply that same care by revising your own strongest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10-minute timer. Craft move: Explain and justify an author’s craft choice, then apply that same care by revising your own strongest sentence.. Level-up: ⭐ Name one specific word choice the author used for the owl  ⭐⭐ Compare it to a "typical" story owl  ⭐⭐⭐ Explain the effect on the reader  ⭐⭐⭐⭐ Use this thinking to strengthen your essay’s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Reread your whole essay draft so far. Circle your single strongest sentence — then make it even stronger..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"Read your strongest sentence, before and after you revised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thought carefully about the theme — the big lesson — of the whole novel. Today: Look back at the novel as a whole and compare it to other stories. Big Q: Lear's owl is silly and tender. Mrs. Frisby's owl is wise and a little frightening. How does each writer make us feel about their owl?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"Mrs. Frisby saved her children in the cinderblock house."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"nicodemus led the rats to thorn valley" Corrected: "Nicodemus led the rats to Thorn Valley."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"nicodemus led the rats to thorn valley" Corrected: "Nicodemus led the rats to Thorn Valley."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Review-only vocab: vantage, conference, thoughtfully, patchwork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Doubled consonant: hopped, running, getting | Did NOT double: walked, jumping, helping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Doubled consonant: hopped, running, getting | Did NOT double: walked, jumping, helping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Assessment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Theme Essay — Conclusion &amp; Revise Focus: Draft your conclusion, then revise your essay’s single strongest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8FBF7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DAY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Back at the Novel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🐭  Week 5  ·  Virtue: Ingenuity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“Mrs. Frisby saved her children in the cinderblock house.”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Lear’s owl is silly and tender; Mrs. Frisby’s owl is wise and a little frightening. How does each writer make us feel differently about their owl?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the author makes us feel about the Great Owl differently than we might feel about a typical owl in a story. Then revise your strongest sentence from this week’s essay draft.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76272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231136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and justify an author’s craft choice, then apply that same care by revising your own strongest sentence.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923032"/>
            <a:ext cx="8046720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Name one specific word choice the author used for the owl  ⭐⭐ Compare it to a "typical" story owl  ⭐⭐⭐ Explain the effect on the reader  ⭐⭐⭐⭐ Use this thinking to strengthen your essay’s conclusion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620262"/>
            <a:ext cx="8046720" cy="140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Reread your whole essay draft so far. Circle your single strongest sentence — then make it even stronger.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strongest sentence, before and after you revised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thought carefully about the theme — the big lesson — of the whole novel.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 at the novel as a whole and compare it to other stories.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Lear's owl is silly and tender. Mrs. Frisby's owl is wise and a little frightening. How does each writer make us feel about their owl?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think back at the end of the week. They notice how the story has changed since the first chapter — what new character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Frisby saved her children in the cinderblock house.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nicodemus led the rats to thorn valley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nicodemus led the rats to thorn valley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Nicodemus led the rats to Thorn Valley.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QUICK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   -   conference   -   thoughtfully   -   patchwork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use each word in a sentence about the novel?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Doubling Final Consonant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hopped   -   running   -   getting   -   walked   -   jumping   -   helping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Doubled consonant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double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Doubling Final Consonant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Doubled consonant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hopped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double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Assessment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Back at the Novel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Nicodemus could have kept Jonathan's story secret forever. Mrs. Frisby would never have known. He chooses to tell her the truth — about NIMH, about her husband, about how he died. Honesty hurts in that moment. It also frees her.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Before you answer today's questions, think back: Where was Mrs. Frisby on the first page of Chapter 1? Where is she now? What has changed?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58444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67588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Think for a minute. What ONE theme of this book do you want to write about — and what evidence will you use?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Essay — Conclusion &amp; Revise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your conclusion, then revise your essay’s single strongest sentence.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2026-07-11T21:52:57Z</dcterms:created>
  <dcterms:modified xsi:type="dcterms:W3CDTF">2026-07-11T21:52:57Z</dcterms:modified>
</cp:coreProperties>
</file>