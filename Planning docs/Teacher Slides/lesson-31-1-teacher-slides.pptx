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31, Day 1. Novel emoji: 🏆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toward naming the craft move: Choose a quote or sentence that could only make sense at the END of a character’s journey, to show real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25-minute timer. Craft move: Choose a quote or sentence that could only make sense at the END of a character’s journey, to show real change.. Level-up: n/a.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2-minute timer. Today's revision focus: Check: could your sentence have been said by this character on page one? If so, revise it to reflect more growth..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3-5 students. Keep sharing craft-focused: "Share your "only at the end" sentence and which character it belongs to."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1-minute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 Today: Compare characters across every novel we read this year — who showed courage, and who changed the most? Big Q: Which characters showed the most courage? Which ones changed the most? Which ones had to make the hardest choices?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DOL model: "Marilla said , “I’d rather have you than a dozen boys , Anne . ”"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"peter looked at caspian and whispered you will be a great king if you remember what aslan taught you" Corrected: "Peter looked at Caspian and whispered, “You will be a great king if you remember what Aslan taught you.”"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"peter looked at caspian and whispered you will be a great king if you remember what aslan taught you" Corrected: "Peter looked at Caspian and whispered, “You will be a great king if you remember what Aslan taught you.”"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Modeled word walkthrough for "solemnly". Definition: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Vocab: allegiance: Loyalty and devotion to a person, cause, or country — the Old Narnians pledged their allegiance to Caspian | indignant: A person who leads or guides others along a route — Harriet Tubman was called a conductor of the Underground Railroad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"She nodded and Annemarie promised to be brave." -&gt; Annemarie | "The old Narnians gathered in the forest." -&gt; Narnians | "Oh, Mrs. Lynde, I am dreadfully sorry." -&gt; Oh, | "Harriet led many people to freedom." -&gt; led | "She missed green gables more than she expected." -&gt; green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"She nodded and Annemarie promised to be brave." -&gt; Annemarie | "The old Narnians gathered in the forest." -&gt; Narnians | "Oh, Mrs. Lynde, I am dreadfully sorry." -&gt; Oh, | "Harriet led many people to freedom." -&gt; led | "She missed green gables more than she expected." -&gt; green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Doubling: running | Drop-e: writing, racing | Change-y: carried | au / aw: caught, draw | ei / ie: believe, receive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Doubling: running | Drop-e: writing, racing | Change-y: carried | au / aw: caught, draw | ei / ie: believe, receive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Reading: Synthesis, Day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Writing: Synthesis Project — Choosing Your Focus
Focus: Choose one theme or character quality (courage, loyalty, change) to compare across at least two novels you read this year.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C7922C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31  ·  DAY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Synthesis, Day 1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Characters Across Novels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Week 31  ·  Virtue: Reflection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C7922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IT OVER - 2 MINUTES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Marilla’s feelings change a lot across the novel. Why might a writer choose a quote from near the END of a character’s arc to show how much they’ve changed?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7498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minutes -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25296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character from any novel this year who changed the most. Write a sentence, in their voice, that could ONLY have been said by the end of the story — not the beginning.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76272"/>
            <a:ext cx="8229600" cy="65532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5875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231136"/>
            <a:ext cx="7863840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craft move: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quote or sentence that could only make sense at the END of a character’s journey, to show real change.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923032"/>
            <a:ext cx="8046720" cy="2106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writing the whole time. If you get stuck, reread the prompt or write "I am thinking..." until a new idea comes.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 - improve ONE specific thing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190195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task: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could your sentence have been said by this character on page one? If so, revise it to reflect more growth.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788920"/>
            <a:ext cx="6949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28803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- revision is about ideas, not spelling: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Circle your strongest sentence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Replace one weak verb with a precise one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 one detail, or cut one you do not need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Improve your opening line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minutes - celebrate a craft move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0" y="196596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2029968"/>
            <a:ext cx="6035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"only at the end" sentence and which character it belongs to.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301752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309067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hand, or paste it in the chat.
</a:t>
            </a:r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writer's craft move counts - there are no wrong answers.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 today that made your writing stronger?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and tell a partner, or jot one sentence in your writing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Today's Focus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C7922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recap - first day of unit)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2860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characters across every novel we read this year — who showed courage, and who changed the most?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0358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832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characters showed the most courage? Which ones changed the most? Which ones had to make the hardest choices?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1696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notice when different stories explore similar big ideas. This week, you&amp;rsquo;ll step back from individual novels and ask: What do these stories...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Study What's Right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- FROM THE 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Marilla said , “I’d rather have you than a dozen boys , Anne . 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025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Circle: capitals, quotation marks, punctuation, proper nouns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597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sentence in your journal. Circle one thing you notice.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C7922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looked at caspian and whispered you will be a great king if you remember what aslan taught you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36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C7922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looked at caspian and whispered you will be a great king if you remember what aslan taught you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36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474976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5298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822448"/>
            <a:ext cx="7863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looked at Caspian and whispered, “You will be a great king if you remember what Aslan taught you.”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Detective: "solemnly"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41248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E5F7FC"/>
          </a:solidFill>
          <a:ln w="1270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9611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Step 1 — Context: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170432"/>
            <a:ext cx="79552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Annemarie nodded solemnly and promised she would be brave. What clues does the sentence give you? “Nodded” and “promised” suggest this is a very serious moment.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499616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F0E8FF"/>
          </a:solidFill>
          <a:ln w="12700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5544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Step 2 — Word Parts: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828800"/>
            <a:ext cx="79552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solemn (serious, grave) + -ly (adverb suffix meaning “in that way”). So solemnly means “in a serious, grave way.”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57984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22128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Step 3 — Confirm: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2487168"/>
            <a:ext cx="79552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solemnly = done or said in a very serious, sincere way.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863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WORDS - READ THE SENTENCE, THEN THE MEANING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8412480" cy="954024"/>
          </a:xfrm>
          <a:prstGeom prst="roundRect">
            <a:avLst>
              <a:gd name="adj" fmla="val 958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allegiance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316736"/>
            <a:ext cx="81381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and devotion to a person, cause, or country — the Old Narnians pledged their allegiance to Caspian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978152"/>
            <a:ext cx="8412480" cy="954024"/>
          </a:xfrm>
          <a:prstGeom prst="roundRect">
            <a:avLst>
              <a:gd name="adj" fmla="val 958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06959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indignant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380488"/>
            <a:ext cx="81381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who leads or guides others along a route — Harriet Tubman was called a conductor of the Underground Railroad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Grammar: Spiral Review — Define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C7922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TARGET WORD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nodded and Annemarie promised to be brave.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1883664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Narnians gathered in the forest.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505456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596896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Oh, Mrs. Lynde, I am dreadfully sorry.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3218688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1012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 led many people to freedom.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39776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target word. Write it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Grammar: Spiral Review — Define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C7922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REVEALED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nodded and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Annemarie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promised to be brave.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1883664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Narnians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gathered in the forest.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505456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596896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Oh, Mrs. Lynde, I am dreadfully sorry.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3218688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1012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many people to freedom.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Spiral Review — Editing for Patterns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C7922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WORDS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0789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  -   writing   -   racing   -   carried   -   caught   -   draw   -   believe   -   receive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INTO GROUPS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36499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EF6E8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474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Change-y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00600" y="336499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E5F7FC"/>
          </a:solidFill>
          <a:ln w="19050">
            <a:solidFill>
              <a:srgbClr val="2A64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3474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6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/ aw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455371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6634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/ ie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Spiral Review — Editing for Patterns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C7922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97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487168" y="1024128"/>
            <a:ext cx="1920240" cy="1106424"/>
          </a:xfrm>
          <a:prstGeom prst="roundRect">
            <a:avLst>
              <a:gd name="adj" fmla="val 8264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24328" y="1097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15768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15768" y="181051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racing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08576" y="1024128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FEF6E8"/>
          </a:solidFill>
          <a:ln w="19050">
            <a:solidFill>
              <a:srgbClr val="B886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45736" y="1097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Change-y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37176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729984" y="1024128"/>
            <a:ext cx="1920240" cy="1106424"/>
          </a:xfrm>
          <a:prstGeom prst="roundRect">
            <a:avLst>
              <a:gd name="adj" fmla="val 8264"/>
            </a:avLst>
          </a:prstGeom>
          <a:solidFill>
            <a:srgbClr val="E5F7FC"/>
          </a:solidFill>
          <a:ln w="19050">
            <a:solidFill>
              <a:srgbClr val="2A64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67144" y="1097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6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/ aw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58584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58584" y="181051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851392" y="1024128"/>
            <a:ext cx="1920240" cy="1106424"/>
          </a:xfrm>
          <a:prstGeom prst="roundRect">
            <a:avLst>
              <a:gd name="adj" fmla="val 8264"/>
            </a:avLst>
          </a:prstGeom>
          <a:solidFill>
            <a:srgbClr val="E8F8E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988552" y="1097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/ ie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079992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believe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079992" y="181051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- Synthesis, Day 1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Characters Across Novels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0512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Think about the characters from all three novels. Which character do you think showed the most courage? What did they do that showed it?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65176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743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Which character changed the most over the course of their story? What caused that change? Was it something that happened to them, or something they chose?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Writer's Workshop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3385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Project — Choosing Your Focus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theme or character quality (courage, loyalty, change) to compare across at least two novels you read this year.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2026-07-12T02:19:59Z</dcterms:created>
  <dcterms:modified xsi:type="dcterms:W3CDTF">2026-07-12T02:19:59Z</dcterms:modified>
</cp:coreProperties>
</file>