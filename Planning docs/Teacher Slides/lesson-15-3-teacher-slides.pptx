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15, Day 3. Novel emoji: 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Apply a two-reason opinion structure: claim, reason one, reason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15-minute timer. Craft move: Apply a two-reason opinion structure: claim, reason one, reason two.. Level-up: ⭐ State your opinion  ⭐⭐ Give two separate reasons  ⭐⭐⭐ Use the word "unfair" or "unjust" precisely  ⭐⭐⭐⭐ Connect your reasons to a real value like fairness or respect.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Make sure your two reasons are actually different from each other, not just restating the same idea..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opinion and your two reasons."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learned that King Christian X chose to stay with his people in Denmark during the occupation. Today: Learn about the yellow star and what it meant for Jewish families. Big Q: As you read today, watch for the setting, the characters, and the first surprise. What kind of place is Avonlea? Who is Mrs. Rachel Lynde? What does she notice?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"Jewish people wore a yellow star on their clothes."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danish king stood with his jewish people he refused the nazi rule" Corrected: "The Danish king stood with his Jewish people. He refused the Nazi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danish king stood with his jewish people he refused the nazi rule" Corrected: "The Danish king stood with his Jewish people. He refused the Nazi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"They ran through the woods at night." -&gt; They | "The Nazis never caught them." -&gt; them. | "We read about brave Danes today." -&gt; We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"They ran through the woods at night." -&gt; They | "The Nazis never caught them." -&gt; them. | "We read about brave Danes today." -&gt; We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Just add -s: cats, roads, trees | -es or y→ies: boxes, brushes | ies: stories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Just add -s: cats, roads, trees | -es or y→ies: boxes, brushes | ies: stories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Bridge Week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Opinion Writing — Building Background
Focus: Practice giving two different reasons for the same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6E9BD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Week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Yellow Star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Week 15  ·  Virtue: Courage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 people wore a yellow star on their clothes.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"Jewish people wore a yellow star on their clothes."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forcing a group of people to wear a symbol be used to make them feel like outsiders?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opinion: why is it wrong to force people to identify themselves as different from everyone else? Give at least two reasons.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two-reason opinion structure: claim, reason one, reason two.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State your opinion  ⭐⭐ Give two separate reasons  ⭐⭐⭐ Use the word "unfair" or "unjust" precisely  ⭐⭐⭐⭐ Connect your reasons to a real value like fairness or respect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two reasons are actually different from each other, not just restating the same idea.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opinion and your two reasons.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learned that King Christian X chose to stay with his people in Denmark during the occupation.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 the yellow star and what it meant for Jewish families.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characters, and the first surprise. What kind of place is Avonlea? Who is Mrs. Rachel Lynde? What does she notice?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Jewish people wore a yellow star on their clothes.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danish king stood with his jewish people he refused the nazi rule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danish king stood with his jewish people he refused the nazi rule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Danish king stood with his Jewish people. He refused the Nazi rule.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Subject &amp; Object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ran through the woods at night.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Nazis never caught them.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about brave Danes today.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Subject &amp; Object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 through the woods at night.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Nazis never caught them.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about brave Danes today.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Vowel Teams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  -   roads   -   trees   -   boxes   -   brushes   -   stories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-s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-es or y→ies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Vowel Teams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265176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-s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18688" y="1024128"/>
            <a:ext cx="2651760" cy="1106424"/>
          </a:xfrm>
          <a:prstGeom prst="roundRect">
            <a:avLst>
              <a:gd name="adj" fmla="val 8264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-es or y→ies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7288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7288" y="1810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71616" y="1024128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08776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Bridge Week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Yellow Star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 words: how do you make them plural? What changes?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box and brush get -es. Why not just -s? (Try saying "boxs" — it doesn't work.)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Group B: puppy becomes puppies. What changes about the ending? Look at the last letter of the singular.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Writing — Building Background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giving two different reasons for the same opinion.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2026-07-11T22:13:23Z</dcterms:created>
  <dcterms:modified xsi:type="dcterms:W3CDTF">2026-07-11T22:13:23Z</dcterms:modified>
</cp:coreProperties>
</file>