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11, Day 1.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how a semicolon joins two closely related independent ideas into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Define how a semicolon joins two closely related independent ideas into one sentence.. Level-up: ⭐ Use one semicolon correctly  ⭐⭐ Make the two ideas clearly connected  ⭐⭐⭐ Make the second idea a consequence of the first  ⭐⭐⭐⭐ Use humor or irony in the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two short related sentences in your draft. Try joining them with a semicolon..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semicolon sentence and explain how the two ideas connect."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Anne’s imagination led to a mix-up with unexpected results. Today: See Anne experiment with a new flavor — with unexpected results.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 baked a layer cake for Mrs. Allan."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 flavored the cake with vanilla anne added the liniment by mistake" Corrected: "Marilla flavored the cake with vanilla. Anne added the liniment by mistake."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 flavored the cake with vanilla anne added the liniment by mistake" Corrected: "Marilla flavored the cake with vanilla. Anne added the liniment by mistake."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anti — freeze — a liquid that keeps water from freezing | de — part — to leave; to go away | de — scend — to go down | anti — biotic — medicine that fights against bacteria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kindred: Alike in spirit; sharing the same feelings, ideas, or imagination. | precarious: Unsafe; dangerously unsteady; not securely held in place. | exquisite: Beautiful in a delicate, refined way; very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baked a cake for Mrs. Allan." -&gt; baked | "Marilla scolded Anne for the mistake." -&gt; scolded | "Mrs. Allan smiled kindly at Anne." -&gt; smiled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 baked a cake for Mrs. Allan." -&gt; baked | "Marilla scolded Anne for the mistake." -&gt; scolded | "Mrs. Allan smiled kindly at Anne." -&gt; smiled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y stays (vowel + y): played, enjoyed, keys | y → i (consonant + y): babies, stories, cried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y stays (vowel + y): played, enjoyed, keys | y → i (consonant + y): babies, stories, cried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A Turning Point
Focus: Write a moment where your character tries something new and a little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Departure in Flavorings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11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flavored the cake with vanilla; Anne added the liniment by mistake.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"Marilla flavored the cake with vanilla; Anne added the liniment by mistake."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semicolon do here — connect two related actions that lead to trouble?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two connected actions using a semicolon, where the second action creates a problem caused by the first, the way this mentor sentence does.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how a semicolon joins two closely related independent ideas into one sentence.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one semicolon correctly  ⭐⭐ Make the two ideas clearly connected  ⭐⭐⭐ Make the second idea a consequence of the first  ⭐⭐⭐⭐ Use humor or irony in the connection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two short related sentences in your draft. Try joining them with a semicolon.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semicolon sentence and explain how the two ideas connect.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Anne’s imagination led to a mix-up with unexpected results.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Anne experiment with a new flavor — with unexpected results.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baked a layer cake for Mrs. Allan.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flavored the cake with vanilla anne added the liniment by mistake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flavored the cake with vanilla anne added the liniment by mistake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flavored the cake with vanilla. Anne added the liniment by mistake.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anti-, de-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prefixes show direction or opposition. anti- means against or opposite to. de- means away from, down, or reduce. Both prefixes change a word’s meaning in a clear, directional way.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antifreeze = anti- + freeze (against freezing)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= anti- + body (a body cell that fights against germs)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 = de- + part (to go away)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= de- + scend (to go down)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— freeze — a liquid that keeps water from freezing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— part — to leave; to go away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— scend — to go 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— biotic — medicine that fights against bacteria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Mrs. Allan Anne fell promptly and wholeheartedly in love. She had discovered another kindred spirit.”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58877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kindred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9966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Alike in spirit; sharing the same feelings, ideas, or imagination.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balanced herself uprightly on that precarious footing on the ridgepole.”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  precarious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Unsafe; dangerously unsteady; not securely held in place.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1082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2522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 has such exquisite dimples in her cheeks, said Anne about Mrs. Allan.”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🌹  exquisite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in a delicate, refined way; very fine.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Past &amp; Future Tense Verbs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baked a cake for Mrs. Allan.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scolded Anne for the mistake.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Allan smiled kindly at Anne.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Past &amp; Future Tense Verbs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cake for Mrs. Allan.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scolded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Anne for the mistake.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Allan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smiled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kindly at Anne.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 → i Before Suffix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  -   enjoyed   -   keys   -   babies   -   stories   -   cried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stays (vowel + 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 (consonant + y)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y → i Before Suffix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stays (vowel + 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i (consonant + 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Departure in Flavorings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look at the letter just before the y. Is it a vowel or a consonant? What happens to the y when you add a suffix?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look at the letter just before the y. Vowel or consonant? What happens to the y when you add a suffix?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Now look at play→played vs. cry→cried. Both add an ending. Why does play keep its y but cry change to i?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A Turning Point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where your character tries something new and a little risky.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