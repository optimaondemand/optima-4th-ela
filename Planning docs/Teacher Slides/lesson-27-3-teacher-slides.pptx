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27, Day 3. Novel emoji: ⚔️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Give different characters distinct, specific reasons for being valued, rather than one generic reason for everyone.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20-minute timer. Craft move: Give different characters distinct, specific reasons for being valued, rather than one generic reason for everyone.. Level-up: n/a.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Check: are your two reasons truly different from each other, not just reworded the same idea?.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two-group comparison sentence."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Doctor Cornelius warned Caspian that his life was in danger and helped him flee the castle. Today: Meet the hidden creatures of Old Narnia — centaurs, bears, and more. Big Q: Who are the warriors? Who are the thinkers? Who are the joyful ones? Tracking by role helps you remember who’s who.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"The centaurs were wise, so the other creatures respected them, but the bears were lovable for different reasons."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"the centaurs were wise so the other creatures respected them but the bears were lovable for different reasons" Corrected: "The centaurs were wise, so the other creatures respected them, but the bears were lovable for different reasons."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"the centaurs were wise so the other creatures respected them but the bears were lovable for different reasons" Corrected: "The centaurs were wise, so the other creatures respected them, but the bears were lovable for different reasons."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Morphology: construct — ion — the process of building something | port — able — easy to carry from place to place | attract — ive — having a quality that pulls people’s attention | instruct — or — a person who builds knowledge in others | transport — ation — carrying something across a distance | subtract — ion — pulling a number away from another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tutor: A private teacher. Doctor Cornelius was Caspian’s tutor — he taught him in secret. | usurper: Someone who takes power illegally. Miraz is a usurper — he stole the throne from Caspian’s father. | astronomy: The study of stars and planets. Glenstorm watches the skies — he reads the stars to know when the time is right. | sternly: In a serious, strict way. Trumpkin spoke sternly — he was firm and no-nonsense. | subterranean: Underground. The Seven Brothers of Shuddering Wood had a subterranean forge — their workshop was beneath the earth. | victuals: Food and provisions. The Old Narnians brought victuals to share at the gathering.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(text): You can spot conjunctions. Now write your own! | “The Bears were friendly, but they kept forgetting what they were talking about.” | “Glenstorm had read the stars, so he knew the time for war had come.”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 SWYK: Choose TWO of today’s spelling words. Write each word, circle the suffix, and explain the spelling rule that applies when the suffix is added.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 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Literary Analysis — Gathering Evidence
Focus: Record how your character interacts with others today. What does it reveal about their values?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5CC9A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5C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27  ·  DAY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That Live in Hiding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  Week 27  ·  Virtue: Loyalty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sentence compares two different groups and gives a different reason for each. Why might a writer want to avoid saying all characters are admired for the SAME reason?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sentence comparing two different characters or groups, giving each one a different reason for why they matter.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different characters distinct, specific reasons for being valued, rather than one generic reason for everyone.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are your two reasons truly different from each other, not just reworded the same idea?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two-group comparison sentence.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Doctor Cornelius warned Caspian that his life was in danger and helped him flee the castle.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hidden creatures of Old Narnia — centaurs, bears, and more.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warriors? Who are the thinkers? Who are the joyful ones? Tracking by role helps you remember who’s who.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organize their character tracking. Today Caspian meets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centaurs were wise, so the other creatures respected them, but the bears were lovable for different reasons.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360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932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centaurs were wise so the other creatures respected them but the bears were lovable for different reasons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centaurs were wise so the other creatures respected them but the bears were lovable for different reasons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74976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29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22448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centaurs were wise, so the other creatures respected them, but the bears were lovable for different reasons.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PARTS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607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these word bases. Now build words! Choose the correct base to complete each word.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- FILL IN THE MISSING PART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8928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— ion — the process of building something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304288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3500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— able — easy to carry from place to place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761488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8072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 — ive — having a quality that pulls people’s attention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218688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2644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 — or — a person who builds knowledge in others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1138428"/>
          </a:xfrm>
          <a:prstGeom prst="roundRect">
            <a:avLst>
              <a:gd name="adj" fmla="val 803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379476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teacher. Doctor Cornelius was Caspian’s tutor — he taught him in secret.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069080" cy="1138428"/>
          </a:xfrm>
          <a:prstGeom prst="roundRect">
            <a:avLst>
              <a:gd name="adj" fmla="val 803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005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usurper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9160" y="1316736"/>
            <a:ext cx="379476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who takes power illegally. Miraz is a usurper — he stole the throne from Caspian’s father.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162556"/>
            <a:ext cx="4069080" cy="1138428"/>
          </a:xfrm>
          <a:prstGeom prst="roundRect">
            <a:avLst>
              <a:gd name="adj" fmla="val 803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25399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astronomy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564892"/>
            <a:ext cx="379476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of stars and planets. Glenstorm watches the skies — he reads the stars to know when the time is right.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2162556"/>
            <a:ext cx="4069080" cy="1138428"/>
          </a:xfrm>
          <a:prstGeom prst="roundRect">
            <a:avLst>
              <a:gd name="adj" fmla="val 803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225399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sternly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2564892"/>
            <a:ext cx="379476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serious, strict way. Trumpkin spoke sternly — he was firm and no-nonsense.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410712"/>
            <a:ext cx="4069080" cy="1138428"/>
          </a:xfrm>
          <a:prstGeom prst="roundRect">
            <a:avLst>
              <a:gd name="adj" fmla="val 803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50215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subterranean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813048"/>
            <a:ext cx="379476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Underground. The Seven Brothers of Shuddering Wood had a subterranean forge — their workshop was beneath the earth.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3410712"/>
            <a:ext cx="4069080" cy="1138428"/>
          </a:xfrm>
          <a:prstGeom prst="roundRect">
            <a:avLst>
              <a:gd name="adj" fmla="val 803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09160" y="350215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victuals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3813048"/>
            <a:ext cx="379476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and provisions. The Old Narnians brought victuals to share at the gathering.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60704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7043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spot conjunctions. Now write your own!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184708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8412480" cy="743712"/>
          </a:xfrm>
          <a:prstGeom prst="roundRect">
            <a:avLst>
              <a:gd name="adj" fmla="val 12295"/>
            </a:avLst>
          </a:prstGeom>
          <a:solidFill>
            <a:srgbClr val="F0E8FF"/>
          </a:solidFill>
          <a:ln w="1270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212848"/>
            <a:ext cx="8046720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Bears were friendly, but they kept forgetting what they were talking about.”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95656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0E8FF"/>
          </a:solidFill>
          <a:ln w="1270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0662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“Glenstorm had read the stars, so he knew the time for war had come.”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REFERENCE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60704"/>
            <a:ext cx="8412480" cy="960120"/>
          </a:xfrm>
          <a:prstGeom prst="roundRect">
            <a:avLst>
              <a:gd name="adj" fmla="val 761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1133856"/>
            <a:ext cx="8193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This Week’s Words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408176"/>
            <a:ext cx="819302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· conversation · dangerous · wonderful · mysterious · happiness · construction · attractive · portable · instructor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22037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WHAT YOU KNOW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459736"/>
            <a:ext cx="8412480" cy="743712"/>
          </a:xfrm>
          <a:prstGeom prst="roundRect">
            <a:avLst>
              <a:gd name="adj" fmla="val 12295"/>
            </a:avLst>
          </a:prstGeom>
          <a:solidFill>
            <a:srgbClr val="F0E8FF"/>
          </a:solidFill>
          <a:ln w="1270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569464"/>
            <a:ext cx="8046720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TWO of today’s spelling words. Write each word, circle the suffix, and explain the spelling rule that applies when the suffix is added.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 6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That Live in Hiding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Every Old Narnian creature Caspian meets is different — the Bears are jolly, Pattertwig is excitable, the Centaurs are solemn. What does this variety tell you about the world Lewis is building?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743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When Caspian watches the Fauns dance in the moonlight, it’s the first time he sees the old stories come alive. How do you think this moment changes him?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58444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67588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What’s happening? Caspian is traveling through the forest and meeting different groups of Old Narnians one after another.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Literary Analysis — Gathering Evidence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how your character interacts with others today. What does it reveal about their values?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2026-07-11T22:29:48Z</dcterms:created>
  <dcterms:modified xsi:type="dcterms:W3CDTF">2026-07-11T22:29:48Z</dcterms:modified>
</cp:coreProperties>
</file>