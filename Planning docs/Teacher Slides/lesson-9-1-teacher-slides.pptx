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9, Day 1. Novel emoji: 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Define conflict through a small, specific disagreement rather than a big dramatic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12-minute timer. Craft move: Define conflict through a small, specific disagreement rather than a big dramatic event.. Level-up: ⭐ Use the "wanted X, but Y" structure  ⭐⭐ Explain WHY each character feels that way  ⭐⭐⭐ Add a line of dialogue from each side  ⭐⭐⭐⭐ Leave the disagreement unresolved, the way real life often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Find a moment of disagreement in your draft. Make sure both characters’ reasons are clear..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"wanted X, but Y" sentence and the small disagreement it shows."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Last week, Anne apologized in her own dramatic way. Today: Hear Anne’s honest impressions of Sunday School. Big Q: As you read today, watch for the setting, the characters, and the first surprise. What kind of place is Avonlea? Who is Mrs. Rachel Lynde? What does she notice?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"Anne wished for puffed sleeves, but Marilla refused."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"anne wanted puffed sleeves but marilla said no" Corrected: "Anne wanted puffed sleeves, but Marilla said no."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"anne wanted puffed sleeves but marilla said no" Corrected: "Anne wanted puffed sleeves, but Marilla said no."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over — look — to miss something; to look across without seeing | over — coat — a coat worn over your other clothes | sub — marine — a ship that travels under water | under — ground — below the surface of the earth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solemn: Serious; deeply earnest; not joking. | resolute: Firm; determined; not easily changed. | vindictive: Wanting to get back at someone; full of revenge.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"Anne felt deep disappointment about her dress." -&gt; disappointment | "Diana’s friendship became Anne’s greatest treasure." -&gt; friendship | "Mr. Phillips disliked Anne’s temper." -&gt; temper.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"Anne felt deep disappointment about her dress." -&gt; disappointment | "Diana’s friendship became Anne’s greatest treasure." -&gt; friendship | "Mr. Phillips disliked Anne’s temper." -&gt; temper.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Lazy “uh” (schwa): about, pencil, circus | Clear vowel sound: apple, river, boat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Lazy “uh” (schwa): about, pencil, circus | Clear vowel sound: apple, river, boat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Realistic Fiction — Friendship Scene
Focus: Introduce a new friend for your character. What do they have in common?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8BB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School Impressions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Week 9  ·  Virtue: Imagination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wished for puffed sleeves, but Marilla refused.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"Anne wished for puffed sleeves, but Marilla refused."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small disagreement show about the differences between these two characters?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scene where your character wants something small but meaningful, and another character disagrees. Use a "wanted X, but Y" sentence structure.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conflict through a small, specific disagreement rather than a big dramatic event.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Use the "wanted X, but Y" structure  ⭐⭐ Explain WHY each character feels that way  ⭐⭐⭐ Add a line of dialogue from each side  ⭐⭐⭐⭐ Leave the disagreement unresolved, the way real life often is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65398"/>
            <a:ext cx="8046720" cy="1463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moment of disagreement in your draft. Make sure both characters’ reasons are clear.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"wanted X, but Y" sentence and the small disagreement it shows.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Anne apologized in her own dramatic way.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Anne’s honest impressions of Sunday School.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setting, the characters, and the first surprise. What kind of place is Avonlea? Who is Mrs. Rachel Lynde? What does she notice?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wished for puffed sleeves, but Marilla refused.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wanted puffed sleeves but marilla said no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wanted puffed sleeves but marilla said no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wanted puffed sleeves, but Marilla said no.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Prefixes: over- (+ sub-/under- review)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we add a new prefix: over- means above, across, or too much. We’re also reviewing sub- (under, below) and under- (below). All three are about position.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overlook = over- + look (miss; look across)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overcoat = over- + coat (a coat over your other clothes)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submarine = sub- + marine (under the sea)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 = under- + ground (below the ground)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— look — to miss something; to look across without seeing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— coat — a coat worn over your other clothes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— marine — a ship that travels under water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— ground — below the surface of the earth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“Anne and Diana made a solemn vow to be bosom friends forever.”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solemn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Serious; deeply earnest; not joking.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“Mrs. Barry was a tall, black-eyed woman with a very resolute mouth.”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resolute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Firm; determined; not easily changed.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00656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292096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“Mr. Phillips said Anne was displaying a temper and a vindictive spirit.”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6990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vindictive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09900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Wanting to get back at someone; full of revenge.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Concrete &amp; Abstract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felt deep disappointment about her dress.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Diana’s friendship became Anne’s greatest treasure.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Phillips disliked Anne’s temper.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Concrete &amp; Abstract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felt deep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disappointment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her dress.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Diana’s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became Anne’s greatest treasure.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Phillips disliked Anne’s temper.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in Unstressed Syllables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  -   pencil   -   circus   -   apple   -   river   -   boat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“uh” (schwa)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vowel sound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in Unstressed Syllables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“uh” (schwa)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vowel sound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School Impressions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Group A: say each word out loud. Where is your mouth open clearly? Which vowel do you hear loudly?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Group B: say sofa. Which sound is louder — SO or fa? What does that a sound like?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Now look at pencil, about, circus. The bolded letters all sound the same lazy “uh.” What sound is that?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Fiction — Friendship Scene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new friend for your character. What do they have in common?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2026-07-11T22:13:20Z</dcterms:created>
  <dcterms:modified xsi:type="dcterms:W3CDTF">2026-07-11T22:13:20Z</dcterms:modified>
</cp:coreProperties>
</file>