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23, Day 1.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Name a specific person instead of a vague group ("people," "everyone") to add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Name a specific person instead of a vague group ("people," "everyone") to add credibility..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Check: could you replace a vague word like "people" with someone specific?.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the specific name you used."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the people Harriet rescued began calling her "Moses." Today: Meet the abolitionists who admired Harriet’s courage.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"Wendell Phillips praised Harriet warmly"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"abolitionists worked more carefully than ever to support harriets dangerous work" Corrected: "Abolitionists worked more carefully than ever to support Harriet’s dangerous work."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"abolitionists worked more carefully than ever to support harriets dangerous work" Corrected: "Abolitionists worked more carefully than ever to support Harriet’s dangerous work."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elev — ate — to lift up | lev — er — a tool for lifting heavy things | resist — — to stand against | persist — — to keep standing; to keep going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elevate: To lift up; to raise to a higher level. | resist: To stand against; to refuse to give in. | persist: To keep going; to refuse to stop. | abolitionist: A person who worked to end (abolish) slavery.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worked more steadily than anyone else." -&gt; more | "Abolitionists spoke louder as the war approached." -&gt; louder | "She scouted more silently than the soldiers."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worked more steadily than anyone else." -&gt; more | "Abolitionists spoke louder as the war approached." -&gt; louder | "She scouted more silently than the soldiers."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Multi-syllable historical terms: emancipation, declaration, revolution | Multi-syllable names: Harriet, Tubman, Phillips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Multi-syllable historical terms: emancipation, declaration, revolution | Multi-syllable names: Harriet, Tubman, Phillips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Drafting
Focus: Record which real historical figures praised Harriet, and in your own words,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23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Praised by Abolitionists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23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names a real historical person here. Why might naming specific real people make a biography feel more true and important?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naming a specific real or invented person who admires your subject, instead of saying "people admired her."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specific person instead of a vague group ("people," "everyone") to add credibility.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could you replace a vague word like "people" with someone specific?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specific name you used.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the people Harriet rescued began calling her "Moses."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abolitionists who admired Harriet’s courage.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Wendell Phillips praised Harriet warmly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abolitionists worked more carefully than ever to support harriets dangerous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abolitionists worked more carefully than ever to support harriets dangerous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Abolitionists worked more carefully than ever to support Harriet’s dangerous work.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lev + sist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means to raise or lift. sist means to stand. Both roots build lots of words about strength, position, and persistence.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= e- + lev + -ate (to lift up)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= a tool for raising heavy things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= re- + sist (stand against)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= per- + sist (stand through; keep standing)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 — ate — to lift 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— er — a tool for lifting heavy things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— — to stand against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— — to keep standing; to keep going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Combahee Raid helped elevate Harriet to national fame.”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elevate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lift up; to raise to a higher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“Enslaved people found many ways to resist the system that controlled their lives.”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resist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 against; to refuse to give 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persisted in her work even after the war became long and brutal.”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persist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going; to refuse to stop.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“Frederick Douglass and Wendell Phillips were famous abolitionists who admired Harriet.”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abolitionist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worked to end (abolish) slavery.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worked more steadily than anyone else.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Abolitionists spoke louder as the war approached.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scouted more silently than the soldiers.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worked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steadily than anyone else.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Abolitionists spoke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war approached.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scouted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silently than the soldiers.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emancipation   -   declaration   -   revolution   -   Harriet   -   Tubman   -   Phillips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Multi-syllable historical terms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Multi-syllable names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Multi-syllable historical terms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Multi-syllable names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Phillips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Praised by Abolitionists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Harriet. Which syllable do you push HARDEST? (That’s the accent.)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Now say it slowly and listen for the OTHER syllables. The unstressed ones turn into a soft ‘uh’ — that’s the schwa.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knowing where the accent falls help you spell? (Hint: the unstressed syllables can be misheard. Knowing the accent helps you remember the real letters.)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Drafting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which real historical figures praised Harriet, and in your own words, why.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