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8, Day 1. Novel emoji: 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precise, unusual word choice as a way to make a feeling more vivid than a plain word would.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12-minute timer. Craft move: Define precise, unusual word choice as a way to make a feeling more vivid than a plain word would.. Level-up: ⭐ Replace one plain feeling word  ⭐⭐ Use a word your reader might need to guess from context  ⭐⭐⭐ Describe a specific body part or expression  ⭐⭐⭐⭐ Use the word in a sentence structure similar to the mentor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Find a plain feeling word (happy, sad, scared) in your writing. Replace it with something more vivid and specific..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vivid word choice and explain what it shows about your character."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Last week, we learned Anne’s sad history before she came to Green Gables. Today: Watch Marilla make up her mind about Anne’s future.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"Anne’s face was quite transfigured with hope."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"marillas mind was made up before they reached green gables" Corrected: "Marilla’s mind was made up before they reached Green Gables."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"marillas mind was made up before they reached green gables" Corrected: "Marilla’s mind was made up before they reached Green Gables."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sub — marine — a ship that travels under the water | sub — merge — to sink under the surface | inter — rupt — to break in between (someone talking) | inter — national — between 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benevolent: Kindly; meaning well; gentle in spirit. | irresistible: Too tempting or strong to resist. | penitent: Feeling truly sorry for doing something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"Anne’s face was transfigured with hope." -&gt; Anne’s | "Mrs. Rachel’s words stung Anne." -&gt; Rachel’s | "Matthew’s kindness changed Anne’s life." -&gt; Matthew’s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"Anne’s face was transfigured with hope." -&gt; Anne’s | "Mrs. Rachel’s words stung Anne." -&gt; Rachel’s | "Matthew’s kindness changed Anne’s life." -&gt; Matthew’s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Plural (no apostrophe): cats, girls, orphans | Possessive (apostrophe): cat's, Anne's, Matthew's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Plural (no apostrophe): cats, girls, orphans | Possessive (apostrophe): cat's, Anne's, Matthew's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Realistic Fiction — Setting &amp; Belonging
Focus: Describe the new setting through your character’s eyes — what feels strange, and what feels hopeful?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8BB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Makes Up Her Mind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 Week 8  ·  Virtue: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Anne’s face was quite transfigured with hope.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"Anne’s face was quite transfigured with hope."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"transfigured with hope" mean, and why is it stronger than "she looked hopeful"?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moment when your character’s face or body completely changes because of a strong feeling. Use a vivid, unusual verb or adjective instead of a plain one like "happy" or "sad."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31136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precise, unusual word choice as a way to make a feeling more vivid than a plain word would.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3032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Replace one plain feeling word  ⭐⭐ Use a word your reader might need to guess from context  ⭐⭐⭐ Describe a specific body part or expression  ⭐⭐⭐⭐ Use the word in a sentence structure similar to the mentor sentence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20262"/>
            <a:ext cx="8046720" cy="140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plain feeling word (happy, sad, scared) in your writing. Replace it with something more vivid and specific.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vivid word choice and explain what it shows about your character.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week, we learned Anne’s sad history before she came to Green Gables.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Marilla make up her mind about Anne’s future.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Anne’s face was quite transfigured with hope.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marillas mind was made up before they reached green gables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marillas mind was made up before they reached green gables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Marilla’s mind was made up before they reached Green Gables.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sub-, inter-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prefixes show direction. sub- means under, below, or lower than. inter- means between or among. They show up in words about position and relationships.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submarine = sub- + marine (under the sea)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 = sub- + merge (sink under)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= inter- + rupt (break between)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= inter- + nation (between nations)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— marine — a ship that travels under the water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— merge — to sink under the surface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rupt — to break in between (someone talking)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national — between nations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Spencer came to the door with surprise and welcome mingled on her benevolent face.”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🌷  benevolent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Kindly; meaning well; gentle in spirit.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shouldn’t shorten their lovely lives by picking them — but the temptation was irresistible.”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irresistible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tempting or strong to resist.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00656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292096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“Anne was no meek penitent such as it behooved her to take into the presence of Mrs. Lynde.”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6990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penitent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09900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truly sorry for doing something wrong.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Anne’s face was transfigured with hope.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Rachel’s words stung Anne.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Matthew’s kindness changed Anne’s life.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Possessive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Anne’s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face was transfigured with hope.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Rachel’s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words stung Anne.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Matthew’s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kindness changed Anne’s life.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Possessives vs Plurals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  -   girls   -   orphans   -   cat's   -   Anne's   -   Matthew's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(no apostrophe)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(apostrophe)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Possessives vs Plurals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8B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(no apostrophe)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(apostrophe)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cat's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Anne's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Matthew's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Marilla Makes Up Her Mind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what do all of these have in common? How does the -s change the meaning?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each word has a tiny mark before the s. Where does the apostrophe sit, and what does it tell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Look at cats vs. cat’s. Both have an s. What is the apostrophe doing?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8B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 — Setting &amp; Belonging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new setting through your character’s eyes — what feels strange, and what feels hopeful?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2026-07-11T22:13:20Z</dcterms:created>
  <dcterms:modified xsi:type="dcterms:W3CDTF">2026-07-11T22:13:20Z</dcterms:modified>
</cp:coreProperties>
</file>