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26, Day 3. Novel emoji: ⚔️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Join two related actions with "and" to show they happen in quick, connected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20-minute timer. Craft move: Join two related actions with "and" to show they happen in quick, connected sequence..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Check: does your sentence show the SECOND action as a direct result of the first?.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cause-and-effect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Peter and Susan found their old gifts — the shield, the sword, and the bow — in the treasure house. Today: Watch Susan’s arrow save a stranger — and learn what Narnia has become. Big Q: What does this character tell us about what Narnia has become? How has this world changed since the children were last here?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"Susan’s arrow had struck on his helmet, and the soldier threw up his arms and fell over into the water."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"susans arrow had struck on his helmet and the soldier throwed up his arms and fell over into the water" Corrected: "Susan’s arrow had struck on his helmet, and the soldier threw up his arms and fell over into the water."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"susans arrow had struck on his helmet and the soldier throwed up his arms and fell over into the water" Corrected: "Susan’s arrow had struck on his helmet, and the soldier threw up his arms and fell over into the water."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pre — view — to see something before it happens | re — build — to build something again | trans — form — to change across from one shape to another | inter — connect — to connect between two things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thicket: The soldiers dragged the Dwarf through a thick _____ of bushes near the shore. | brambles: Sharp _____ scratched their arms as they pushed through the undergrowth. | inhabited: The children wondered if the island was still _____ by anyone. | junction: They reached the _____ where the river met the sea.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You can spot conjunctions. Now write your own! | “Susan’s arrow struck the soldier’s helmet, and he fell into the water.”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SWYK: Choose THREE words from this week’s spelling list. Write each word, divide it into syllables, and use it in a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Literary Analysis — Noticing Evidence
Focus: Record a moment where your character acts bravely or makes a choice. What does it reveal?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26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Dwarf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Week 26  ·  Virtue: Loyalty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sentence uses "and" to link two connected actions. Why keep them as one sentence instead of two?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describing two actions that happen right after each other, connected with "and" to show cause and effect.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two related actions with "and" to show they happen in quick, connected sequence.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does your sentence show the SECOND action as a direct result of the first?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cause-and-effect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Peter and Susan found their old gifts — the shield, the sword, and the bow — in the treasure house.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Susan’s arrow save a stranger — and learn what Narnia has become.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character tell us about what Narnia has become? How has this world changed since the children were last here?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use what they&amp;rsquo;ve learned about a fantasy world to understand new events. You now know that hundreds of years have passed in Narnia. Today, a...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Susan’s arrow had struck on his helmet, and the soldier threw up his arms and fell over into the water.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susans arrow had struck on his helmet and the soldier throwed up his arms and fell over into the water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susans arrow had struck on his helmet and the soldier throwed up his arms and fell over into the water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Susan’s arrow had struck on his helmet, and the soldier threw up his arms and fell over into the water.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learned these prefixes. Now use them! Fill in the blank with the correct prefix to complete each word.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928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view — to see something before it happens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50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— build — to build something again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8072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— form — to change across from one shape to another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2644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— connect — to connect between two things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dragged the Dwarf through a thick _____ of bushes near the shore.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_____ scratched their arms as they pushed through the undergrowth.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4127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9431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345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wondered if the island was still _____ by anyone.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inhabited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9431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345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reached the _____ where the river met the sea.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2441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spot conjunctions. Now write your own!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212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“Susan’s arrow struck the soldier’s helmet, and he fell into the water.”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REFERENCE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203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KNOW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59736"/>
            <a:ext cx="8412480" cy="743712"/>
          </a:xfrm>
          <a:prstGeom prst="roundRect">
            <a:avLst>
              <a:gd name="adj" fmla="val 12295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69464"/>
            <a:ext cx="8046720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THREE words from this week’s spelling list. Write each word, divide it into syllables, and use it in a sentence.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Dwarf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soldiers were about to drown the Dwarf. What does this tell you about the kind of world Narnia has become?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Trumpkin says he is “a messenger of King Caspian’s.” The children have never heard of Caspian. What questions does this raise?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does Trumpkin look like? What kind of person does he seem to be?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Analysis — Noticing Evidence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moment where your character acts bravely or makes a choice. What does it reveal?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2026-07-11T22:29:48Z</dcterms:created>
  <dcterms:modified xsi:type="dcterms:W3CDTF">2026-07-11T22:29:48Z</dcterms:modified>
</cp:coreProperties>
</file>