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16, Day 4. Novel emoji: 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Explain and justify an opinion on a real dilemma, then revise for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15-minute timer. Craft move: Explain and justify an opinion on a real dilemma, then revise for precision.. Level-up: ⭐ State your opinion  ⭐⭐ Give one reason  ⭐⭐⭐ Consider the other side briefly  ⭐⭐⭐⭐ Revise one vague sentence into a precise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one vague sentence in your writing this week. Revise it to be more precise..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opinion on whether parents should tell children the full truth about danger."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noticed that Mrs. Hirsch and her button shop had disappeared. Today: See the moment Annemarie's parents decide what to tell her. Big Q: As you read, watch for the moment when Mama and Papa tell Annemarie what is really happening tonight. What word does Papa use carefully? What does Annemarie understand?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"Annemarie looked at her mother and father."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nazis planned to relocate the jews of denmark that very night" Corrected: "The Nazis planned to relocate the Jews of Denmark that very night."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nazis planned to relocate the jews of denmark that very night" Corrected: "The Nazis planned to relocate the Jews of Denmark that very night."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trans — port — to carry across | trans — late — to carry meaning across languages | pro — gress — to step forward | pro — tect — to cover forward; to shield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occupation: When one country takes over and controls another. | deport: To force someone to leave a country, usually against their will. | rescue: To save someone from danger.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"Mama touched her daughter’s hair." -&gt; her | "Peter spoke in a low voice to his friends." -&gt; his | "Annemarie hid their secret." -&gt; their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"Mama touched her daughter’s hair." -&gt; her | "Peter spoke in a low voice to his friends." -&gt; his | "Annemarie hid their secret." -&gt; their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ea / ee (long e): danger, button, ribbon | ai / ay / oa (long a or o): suspicion, introduce, reduce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ea / ee (long e): danger, button, ribbon | ai / ay / oa (long a or o): suspicion, introduce, reduce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Opinion Writing — Practicing Claims (wrap up)
Focus: Practice considering the other side of an argument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6E9BD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Night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Week 16  ·  Virtue: Courage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looked at her mother and father.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Annemarie is searching for in her parents' faces in this moment?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opinion: should parents tell children the truth about danger, or protect them by keeping some things secret? Then revise a sentence from this week for precision.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and justify an opinion on a real dilemma, then revise for precision.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State your opinion  ⭐⭐ Give one reason  ⭐⭐⭐ Consider the other side briefly  ⭐⭐⭐⭐ Revise one vague sentence into a precise one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vague sentence in your writing this week. Revise it to be more precise.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opinion on whether parents should tell children the full truth about danger.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noticed that Mrs. Hirsch and her button shop had disappeared.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moment Annemarie's parents decide what to tell her.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read, watch for the moment when Mama and Papa tell Annemarie what is really happening tonight. What word does Papa use carefully? What does Annemarie understand?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looked at her mother and father.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nazis planned to relocate the jews of denmark that very night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nazis planned to relocate the jews of denmark that very night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Nazis planned to relocate the Jews of Denmark that very night.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rupt + duct/duce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 means across, beyond, or through. pro- means forward or in favor of. Both prefixes show movement or position.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= trans- + port (carry across)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= trans- + late (carry meaning across languages)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= pro- + gress (step forward)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= pro- + tect (cover forward; shield)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— port — to carry across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— late — to carry meaning across languages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— gress — to step forward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— tect — to cover forward; to shield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“Denmark was under German occupation from 1940 to 1945.”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  occupation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country takes over and controls another.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Nazis planned to deport Denmark’s Jewish people.”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deport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force someone to leave a country, usually against their will.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“Danish fishermen carried out the rescue across the cold sea to Sweden.”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rescue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save someone from danger.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Possessive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touched her daughter’s hair.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spoke in a low voice to his friends.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hid their secret.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Possessive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touched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daughter’s hair.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spoke in a low voice to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friends.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hid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secret.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  -   button   -   ribbon   -   suspicion   -   introduce   -   reduce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/ ee (long 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ay / oa (long a or o)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/ ee (long 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ay / oa (long a or 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Night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A: say each word and listen. Which two letters make ONE vowel sound?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longer academic words use the SAME vowel-team patterns. Reason has the same ea as read. Say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is knowing vowel teams useful for reading big new words? (Hint: if you know ea = /ee/, you can sound out new words like treaty, reason, defeat.)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Writing — Practicing Claims (wrap up)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considering the other side of an argument briefly.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2026-07-11T22:13:23Z</dcterms:created>
  <dcterms:modified xsi:type="dcterms:W3CDTF">2026-07-11T22:13:23Z</dcterms:modified>
</cp:coreProperties>
</file>